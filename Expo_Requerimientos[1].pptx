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1"/>
    <p:sldMasterId id="2147483675" r:id="rId2"/>
  </p:sldMasterIdLst>
  <p:notesMasterIdLst>
    <p:notesMasterId r:id="rId8"/>
  </p:notesMasterIdLst>
  <p:sldIdLst>
    <p:sldId id="256" r:id="rId3"/>
    <p:sldId id="258" r:id="rId4"/>
    <p:sldId id="259" r:id="rId5"/>
    <p:sldId id="257" r:id="rId6"/>
    <p:sldId id="295" r:id="rId7"/>
  </p:sldIdLst>
  <p:sldSz cx="9144000" cy="5143500" type="screen16x9"/>
  <p:notesSz cx="6858000" cy="9144000"/>
  <p:embeddedFontLst>
    <p:embeddedFont>
      <p:font typeface="DM Sans" pitchFamily="2" charset="0"/>
      <p:regular r:id="rId9"/>
      <p:bold r:id="rId10"/>
      <p:italic r:id="rId11"/>
      <p:boldItalic r:id="rId12"/>
    </p:embeddedFont>
    <p:embeddedFont>
      <p:font typeface="Golos Text ExtraBold" panose="020B0604020202020204" charset="0"/>
      <p:bold r:id="rId13"/>
    </p:embeddedFont>
    <p:embeddedFont>
      <p:font typeface="Palanquin Dark" panose="020B0604020202020204" charset="0"/>
      <p:regular r:id="rId14"/>
      <p:bold r:id="rId15"/>
    </p:embeddedFont>
    <p:embeddedFont>
      <p:font typeface="Proxima Nova" panose="020B0604020202020204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A371FD1-E22E-4883-8689-880B295FCAD1}">
  <a:tblStyle styleId="{6A371FD1-E22E-4883-8689-880B295FCAD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15AA016-88AE-4860-B83D-CC76BF73E83A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C2FFA5D-87B4-456A-9821-1D502468CF0F}" styleName="Estilo temático 1 - Énfasis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C89EF96-8CEA-46FF-86C4-4CE0E7609802}" styleName="Estilo claro 3 - Acento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Estilo cl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84E427A-3D55-4303-BF80-6455036E1DE7}" styleName="Estilo temático 1 - Énfasis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-283" y="-36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8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3.fntdata"/><Relationship Id="rId5" Type="http://schemas.openxmlformats.org/officeDocument/2006/relationships/slide" Target="slides/slide3.xml"/><Relationship Id="rId15" Type="http://schemas.openxmlformats.org/officeDocument/2006/relationships/font" Target="fonts/font7.fntdata"/><Relationship Id="rId23" Type="http://schemas.openxmlformats.org/officeDocument/2006/relationships/tableStyles" Target="tableStyles.xml"/><Relationship Id="rId10" Type="http://schemas.openxmlformats.org/officeDocument/2006/relationships/font" Target="fonts/font2.fntdata"/><Relationship Id="rId19" Type="http://schemas.openxmlformats.org/officeDocument/2006/relationships/font" Target="fonts/font11.fntdata"/><Relationship Id="rId4" Type="http://schemas.openxmlformats.org/officeDocument/2006/relationships/slide" Target="slides/slide2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24cd280f8a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24cd280f8a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e34544eb2f_0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e34544eb2f_0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877b642fd3_0_2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877b642fd3_0_2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85cf8b5f36_0_60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85cf8b5f36_0_60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43" name="Google Shape;12843;g24e3d71a347_0_27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44" name="Google Shape;12844;g24e3d71a347_0_27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487350" y="566398"/>
            <a:ext cx="8169300" cy="4010705"/>
            <a:chOff x="451125" y="564812"/>
            <a:chExt cx="8169300" cy="4010705"/>
          </a:xfrm>
        </p:grpSpPr>
        <p:sp>
          <p:nvSpPr>
            <p:cNvPr id="10" name="Google Shape;10;p2"/>
            <p:cNvSpPr/>
            <p:nvPr/>
          </p:nvSpPr>
          <p:spPr>
            <a:xfrm>
              <a:off x="451125" y="629550"/>
              <a:ext cx="8169300" cy="3884400"/>
            </a:xfrm>
            <a:prstGeom prst="roundRect">
              <a:avLst>
                <a:gd name="adj" fmla="val 6093"/>
              </a:avLst>
            </a:prstGeom>
            <a:noFill/>
            <a:ln w="9525" cap="flat" cmpd="sng">
              <a:solidFill>
                <a:schemeClr val="accent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" name="Google Shape;11;p2"/>
            <p:cNvGrpSpPr/>
            <p:nvPr/>
          </p:nvGrpSpPr>
          <p:grpSpPr>
            <a:xfrm>
              <a:off x="4511128" y="564812"/>
              <a:ext cx="118496" cy="119189"/>
              <a:chOff x="6916887" y="844381"/>
              <a:chExt cx="102870" cy="103481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6940943" y="868436"/>
                <a:ext cx="54757" cy="55370"/>
              </a:xfrm>
              <a:custGeom>
                <a:avLst/>
                <a:gdLst/>
                <a:ahLst/>
                <a:cxnLst/>
                <a:rect l="l" t="t" r="r" b="b"/>
                <a:pathLst>
                  <a:path w="890" h="900" extrusionOk="0">
                    <a:moveTo>
                      <a:pt x="445" y="0"/>
                    </a:moveTo>
                    <a:cubicBezTo>
                      <a:pt x="202" y="0"/>
                      <a:pt x="1" y="201"/>
                      <a:pt x="1" y="455"/>
                    </a:cubicBezTo>
                    <a:cubicBezTo>
                      <a:pt x="1" y="698"/>
                      <a:pt x="202" y="899"/>
                      <a:pt x="445" y="899"/>
                    </a:cubicBezTo>
                    <a:cubicBezTo>
                      <a:pt x="688" y="899"/>
                      <a:pt x="889" y="698"/>
                      <a:pt x="889" y="455"/>
                    </a:cubicBezTo>
                    <a:cubicBezTo>
                      <a:pt x="889" y="201"/>
                      <a:pt x="688" y="0"/>
                      <a:pt x="44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6916887" y="844381"/>
                <a:ext cx="102870" cy="103481"/>
              </a:xfrm>
              <a:custGeom>
                <a:avLst/>
                <a:gdLst/>
                <a:ahLst/>
                <a:cxnLst/>
                <a:rect l="l" t="t" r="r" b="b"/>
                <a:pathLst>
                  <a:path w="1672" h="1682" extrusionOk="0">
                    <a:moveTo>
                      <a:pt x="836" y="106"/>
                    </a:moveTo>
                    <a:cubicBezTo>
                      <a:pt x="1238" y="106"/>
                      <a:pt x="1566" y="434"/>
                      <a:pt x="1566" y="846"/>
                    </a:cubicBezTo>
                    <a:cubicBezTo>
                      <a:pt x="1566" y="1248"/>
                      <a:pt x="1238" y="1576"/>
                      <a:pt x="836" y="1576"/>
                    </a:cubicBezTo>
                    <a:cubicBezTo>
                      <a:pt x="434" y="1576"/>
                      <a:pt x="106" y="1248"/>
                      <a:pt x="106" y="846"/>
                    </a:cubicBezTo>
                    <a:cubicBezTo>
                      <a:pt x="106" y="434"/>
                      <a:pt x="434" y="106"/>
                      <a:pt x="836" y="106"/>
                    </a:cubicBezTo>
                    <a:close/>
                    <a:moveTo>
                      <a:pt x="836" y="0"/>
                    </a:moveTo>
                    <a:cubicBezTo>
                      <a:pt x="371" y="0"/>
                      <a:pt x="1" y="381"/>
                      <a:pt x="1" y="846"/>
                    </a:cubicBezTo>
                    <a:cubicBezTo>
                      <a:pt x="1" y="1301"/>
                      <a:pt x="371" y="1681"/>
                      <a:pt x="836" y="1681"/>
                    </a:cubicBezTo>
                    <a:cubicBezTo>
                      <a:pt x="1301" y="1681"/>
                      <a:pt x="1671" y="1301"/>
                      <a:pt x="1671" y="846"/>
                    </a:cubicBezTo>
                    <a:cubicBezTo>
                      <a:pt x="1671" y="381"/>
                      <a:pt x="1301" y="0"/>
                      <a:pt x="83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2100366" y="4456328"/>
              <a:ext cx="118496" cy="119189"/>
              <a:chOff x="6620258" y="1050444"/>
              <a:chExt cx="102870" cy="103481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6644314" y="1074499"/>
                <a:ext cx="54757" cy="55370"/>
              </a:xfrm>
              <a:custGeom>
                <a:avLst/>
                <a:gdLst/>
                <a:ahLst/>
                <a:cxnLst/>
                <a:rect l="l" t="t" r="r" b="b"/>
                <a:pathLst>
                  <a:path w="890" h="900" extrusionOk="0">
                    <a:moveTo>
                      <a:pt x="445" y="0"/>
                    </a:moveTo>
                    <a:cubicBezTo>
                      <a:pt x="202" y="0"/>
                      <a:pt x="1" y="201"/>
                      <a:pt x="1" y="455"/>
                    </a:cubicBezTo>
                    <a:cubicBezTo>
                      <a:pt x="1" y="698"/>
                      <a:pt x="202" y="899"/>
                      <a:pt x="445" y="899"/>
                    </a:cubicBezTo>
                    <a:cubicBezTo>
                      <a:pt x="688" y="899"/>
                      <a:pt x="889" y="698"/>
                      <a:pt x="889" y="455"/>
                    </a:cubicBezTo>
                    <a:cubicBezTo>
                      <a:pt x="889" y="201"/>
                      <a:pt x="688" y="0"/>
                      <a:pt x="44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6620258" y="1050444"/>
                <a:ext cx="102870" cy="103481"/>
              </a:xfrm>
              <a:custGeom>
                <a:avLst/>
                <a:gdLst/>
                <a:ahLst/>
                <a:cxnLst/>
                <a:rect l="l" t="t" r="r" b="b"/>
                <a:pathLst>
                  <a:path w="1672" h="1682" extrusionOk="0">
                    <a:moveTo>
                      <a:pt x="836" y="106"/>
                    </a:moveTo>
                    <a:cubicBezTo>
                      <a:pt x="1238" y="106"/>
                      <a:pt x="1566" y="434"/>
                      <a:pt x="1566" y="846"/>
                    </a:cubicBezTo>
                    <a:cubicBezTo>
                      <a:pt x="1566" y="1248"/>
                      <a:pt x="1238" y="1576"/>
                      <a:pt x="836" y="1576"/>
                    </a:cubicBezTo>
                    <a:cubicBezTo>
                      <a:pt x="434" y="1576"/>
                      <a:pt x="106" y="1248"/>
                      <a:pt x="106" y="846"/>
                    </a:cubicBezTo>
                    <a:cubicBezTo>
                      <a:pt x="106" y="434"/>
                      <a:pt x="434" y="106"/>
                      <a:pt x="836" y="106"/>
                    </a:cubicBezTo>
                    <a:close/>
                    <a:moveTo>
                      <a:pt x="836" y="0"/>
                    </a:moveTo>
                    <a:cubicBezTo>
                      <a:pt x="371" y="0"/>
                      <a:pt x="1" y="381"/>
                      <a:pt x="1" y="846"/>
                    </a:cubicBezTo>
                    <a:cubicBezTo>
                      <a:pt x="1" y="1301"/>
                      <a:pt x="371" y="1681"/>
                      <a:pt x="836" y="1681"/>
                    </a:cubicBezTo>
                    <a:cubicBezTo>
                      <a:pt x="1301" y="1681"/>
                      <a:pt x="1671" y="1301"/>
                      <a:pt x="1671" y="846"/>
                    </a:cubicBezTo>
                    <a:cubicBezTo>
                      <a:pt x="1671" y="381"/>
                      <a:pt x="1301" y="0"/>
                      <a:pt x="83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7" name="Google Shape;17;p2"/>
          <p:cNvSpPr txBox="1">
            <a:spLocks noGrp="1"/>
          </p:cNvSpPr>
          <p:nvPr>
            <p:ph type="ctrTitle"/>
          </p:nvPr>
        </p:nvSpPr>
        <p:spPr>
          <a:xfrm>
            <a:off x="946211" y="1331250"/>
            <a:ext cx="3683400" cy="2189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500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ubTitle" idx="1"/>
          </p:nvPr>
        </p:nvSpPr>
        <p:spPr>
          <a:xfrm>
            <a:off x="946222" y="3521725"/>
            <a:ext cx="3683400" cy="38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9" name="Google Shape;19;p2"/>
          <p:cNvSpPr/>
          <p:nvPr/>
        </p:nvSpPr>
        <p:spPr>
          <a:xfrm>
            <a:off x="8459961" y="-684019"/>
            <a:ext cx="1368067" cy="1368031"/>
          </a:xfrm>
          <a:custGeom>
            <a:avLst/>
            <a:gdLst/>
            <a:ahLst/>
            <a:cxnLst/>
            <a:rect l="l" t="t" r="r" b="b"/>
            <a:pathLst>
              <a:path w="14425" h="14425" fill="none" extrusionOk="0">
                <a:moveTo>
                  <a:pt x="11093" y="1777"/>
                </a:moveTo>
                <a:lnTo>
                  <a:pt x="10279" y="2570"/>
                </a:lnTo>
                <a:cubicBezTo>
                  <a:pt x="10247" y="2592"/>
                  <a:pt x="10226" y="2623"/>
                  <a:pt x="10205" y="2655"/>
                </a:cubicBezTo>
                <a:cubicBezTo>
                  <a:pt x="9666" y="2296"/>
                  <a:pt x="9073" y="2052"/>
                  <a:pt x="8460" y="1904"/>
                </a:cubicBezTo>
                <a:cubicBezTo>
                  <a:pt x="8471" y="1873"/>
                  <a:pt x="8481" y="1830"/>
                  <a:pt x="8481" y="1799"/>
                </a:cubicBezTo>
                <a:lnTo>
                  <a:pt x="8492" y="667"/>
                </a:lnTo>
                <a:cubicBezTo>
                  <a:pt x="8492" y="318"/>
                  <a:pt x="8206" y="22"/>
                  <a:pt x="7857" y="22"/>
                </a:cubicBezTo>
                <a:lnTo>
                  <a:pt x="6726" y="12"/>
                </a:lnTo>
                <a:cubicBezTo>
                  <a:pt x="6377" y="1"/>
                  <a:pt x="6081" y="286"/>
                  <a:pt x="6081" y="635"/>
                </a:cubicBezTo>
                <a:lnTo>
                  <a:pt x="6070" y="1767"/>
                </a:lnTo>
                <a:cubicBezTo>
                  <a:pt x="6070" y="1809"/>
                  <a:pt x="6070" y="1851"/>
                  <a:pt x="6081" y="1883"/>
                </a:cubicBezTo>
                <a:cubicBezTo>
                  <a:pt x="5478" y="2010"/>
                  <a:pt x="4897" y="2232"/>
                  <a:pt x="4368" y="2560"/>
                </a:cubicBezTo>
                <a:cubicBezTo>
                  <a:pt x="4347" y="2528"/>
                  <a:pt x="4326" y="2507"/>
                  <a:pt x="4294" y="2475"/>
                </a:cubicBezTo>
                <a:lnTo>
                  <a:pt x="3511" y="1672"/>
                </a:lnTo>
                <a:cubicBezTo>
                  <a:pt x="3268" y="1418"/>
                  <a:pt x="2856" y="1407"/>
                  <a:pt x="2602" y="1651"/>
                </a:cubicBezTo>
                <a:lnTo>
                  <a:pt x="1798" y="2444"/>
                </a:lnTo>
                <a:cubicBezTo>
                  <a:pt x="1545" y="2687"/>
                  <a:pt x="1534" y="3089"/>
                  <a:pt x="1777" y="3342"/>
                </a:cubicBezTo>
                <a:lnTo>
                  <a:pt x="2570" y="4157"/>
                </a:lnTo>
                <a:cubicBezTo>
                  <a:pt x="2591" y="4178"/>
                  <a:pt x="2623" y="4210"/>
                  <a:pt x="2655" y="4231"/>
                </a:cubicBezTo>
                <a:cubicBezTo>
                  <a:pt x="2295" y="4770"/>
                  <a:pt x="2052" y="5352"/>
                  <a:pt x="1904" y="5965"/>
                </a:cubicBezTo>
                <a:cubicBezTo>
                  <a:pt x="1872" y="5965"/>
                  <a:pt x="1830" y="5954"/>
                  <a:pt x="1798" y="5954"/>
                </a:cubicBezTo>
                <a:lnTo>
                  <a:pt x="667" y="5944"/>
                </a:lnTo>
                <a:cubicBezTo>
                  <a:pt x="498" y="5944"/>
                  <a:pt x="329" y="6007"/>
                  <a:pt x="212" y="6123"/>
                </a:cubicBezTo>
                <a:lnTo>
                  <a:pt x="212" y="6123"/>
                </a:lnTo>
                <a:cubicBezTo>
                  <a:pt x="85" y="6240"/>
                  <a:pt x="22" y="6398"/>
                  <a:pt x="22" y="6578"/>
                </a:cubicBezTo>
                <a:lnTo>
                  <a:pt x="1" y="7710"/>
                </a:lnTo>
                <a:lnTo>
                  <a:pt x="1" y="7710"/>
                </a:lnTo>
                <a:cubicBezTo>
                  <a:pt x="1" y="8059"/>
                  <a:pt x="286" y="8344"/>
                  <a:pt x="635" y="8355"/>
                </a:cubicBezTo>
                <a:lnTo>
                  <a:pt x="1767" y="8365"/>
                </a:lnTo>
                <a:cubicBezTo>
                  <a:pt x="1809" y="8365"/>
                  <a:pt x="1841" y="8355"/>
                  <a:pt x="1883" y="8355"/>
                </a:cubicBezTo>
                <a:cubicBezTo>
                  <a:pt x="2010" y="8947"/>
                  <a:pt x="2232" y="9528"/>
                  <a:pt x="2560" y="10068"/>
                </a:cubicBezTo>
                <a:cubicBezTo>
                  <a:pt x="2528" y="10089"/>
                  <a:pt x="2507" y="10110"/>
                  <a:pt x="2475" y="10131"/>
                </a:cubicBezTo>
                <a:lnTo>
                  <a:pt x="1661" y="10924"/>
                </a:lnTo>
                <a:cubicBezTo>
                  <a:pt x="1407" y="11167"/>
                  <a:pt x="1407" y="11569"/>
                  <a:pt x="1650" y="11823"/>
                </a:cubicBezTo>
                <a:lnTo>
                  <a:pt x="2433" y="12637"/>
                </a:lnTo>
                <a:cubicBezTo>
                  <a:pt x="2687" y="12891"/>
                  <a:pt x="3088" y="12891"/>
                  <a:pt x="3342" y="12648"/>
                </a:cubicBezTo>
                <a:lnTo>
                  <a:pt x="4156" y="11865"/>
                </a:lnTo>
                <a:cubicBezTo>
                  <a:pt x="4178" y="11834"/>
                  <a:pt x="4199" y="11812"/>
                  <a:pt x="4220" y="11781"/>
                </a:cubicBezTo>
                <a:cubicBezTo>
                  <a:pt x="4759" y="12130"/>
                  <a:pt x="5351" y="12383"/>
                  <a:pt x="5965" y="12521"/>
                </a:cubicBezTo>
                <a:cubicBezTo>
                  <a:pt x="5954" y="12563"/>
                  <a:pt x="5954" y="12595"/>
                  <a:pt x="5954" y="12637"/>
                </a:cubicBezTo>
                <a:lnTo>
                  <a:pt x="5943" y="13769"/>
                </a:lnTo>
                <a:cubicBezTo>
                  <a:pt x="5943" y="13938"/>
                  <a:pt x="6007" y="14096"/>
                  <a:pt x="6123" y="14223"/>
                </a:cubicBezTo>
                <a:cubicBezTo>
                  <a:pt x="6240" y="14340"/>
                  <a:pt x="6398" y="14414"/>
                  <a:pt x="6567" y="14414"/>
                </a:cubicBezTo>
                <a:lnTo>
                  <a:pt x="7699" y="14424"/>
                </a:lnTo>
                <a:lnTo>
                  <a:pt x="7699" y="14424"/>
                </a:lnTo>
                <a:cubicBezTo>
                  <a:pt x="7879" y="14424"/>
                  <a:pt x="8037" y="14361"/>
                  <a:pt x="8154" y="14245"/>
                </a:cubicBezTo>
                <a:cubicBezTo>
                  <a:pt x="8270" y="14128"/>
                  <a:pt x="8344" y="13970"/>
                  <a:pt x="8344" y="13790"/>
                </a:cubicBezTo>
                <a:lnTo>
                  <a:pt x="8365" y="12658"/>
                </a:lnTo>
                <a:cubicBezTo>
                  <a:pt x="8365" y="12627"/>
                  <a:pt x="8354" y="12584"/>
                  <a:pt x="8354" y="12553"/>
                </a:cubicBezTo>
                <a:cubicBezTo>
                  <a:pt x="8947" y="12426"/>
                  <a:pt x="9528" y="12193"/>
                  <a:pt x="10067" y="11865"/>
                </a:cubicBezTo>
                <a:cubicBezTo>
                  <a:pt x="10078" y="11897"/>
                  <a:pt x="10110" y="11929"/>
                  <a:pt x="10131" y="11950"/>
                </a:cubicBezTo>
                <a:lnTo>
                  <a:pt x="10924" y="12764"/>
                </a:lnTo>
                <a:cubicBezTo>
                  <a:pt x="11167" y="13018"/>
                  <a:pt x="11569" y="13028"/>
                  <a:pt x="11823" y="12785"/>
                </a:cubicBezTo>
                <a:lnTo>
                  <a:pt x="12637" y="11992"/>
                </a:lnTo>
                <a:cubicBezTo>
                  <a:pt x="12891" y="11749"/>
                  <a:pt x="12891" y="11347"/>
                  <a:pt x="12648" y="11093"/>
                </a:cubicBezTo>
                <a:lnTo>
                  <a:pt x="11865" y="10279"/>
                </a:lnTo>
                <a:cubicBezTo>
                  <a:pt x="11833" y="10247"/>
                  <a:pt x="11812" y="10226"/>
                  <a:pt x="11780" y="10205"/>
                </a:cubicBezTo>
                <a:cubicBezTo>
                  <a:pt x="12129" y="9666"/>
                  <a:pt x="12383" y="9074"/>
                  <a:pt x="12521" y="8460"/>
                </a:cubicBezTo>
                <a:cubicBezTo>
                  <a:pt x="12563" y="8471"/>
                  <a:pt x="12595" y="8482"/>
                  <a:pt x="12637" y="8482"/>
                </a:cubicBezTo>
                <a:lnTo>
                  <a:pt x="13768" y="8492"/>
                </a:lnTo>
                <a:cubicBezTo>
                  <a:pt x="13938" y="8492"/>
                  <a:pt x="14096" y="8418"/>
                  <a:pt x="14213" y="8312"/>
                </a:cubicBezTo>
                <a:cubicBezTo>
                  <a:pt x="14339" y="8196"/>
                  <a:pt x="14414" y="8037"/>
                  <a:pt x="14414" y="7858"/>
                </a:cubicBezTo>
                <a:lnTo>
                  <a:pt x="14424" y="6726"/>
                </a:lnTo>
                <a:cubicBezTo>
                  <a:pt x="14424" y="6377"/>
                  <a:pt x="14149" y="6092"/>
                  <a:pt x="13790" y="6081"/>
                </a:cubicBezTo>
                <a:lnTo>
                  <a:pt x="12658" y="6071"/>
                </a:lnTo>
                <a:cubicBezTo>
                  <a:pt x="12626" y="6071"/>
                  <a:pt x="12584" y="6071"/>
                  <a:pt x="12552" y="6081"/>
                </a:cubicBezTo>
                <a:cubicBezTo>
                  <a:pt x="12426" y="5478"/>
                  <a:pt x="12193" y="4907"/>
                  <a:pt x="11865" y="4368"/>
                </a:cubicBezTo>
                <a:cubicBezTo>
                  <a:pt x="11897" y="4347"/>
                  <a:pt x="11929" y="4326"/>
                  <a:pt x="11950" y="4294"/>
                </a:cubicBezTo>
                <a:lnTo>
                  <a:pt x="12764" y="3512"/>
                </a:lnTo>
                <a:cubicBezTo>
                  <a:pt x="13018" y="3268"/>
                  <a:pt x="13028" y="2856"/>
                  <a:pt x="12774" y="2602"/>
                </a:cubicBezTo>
                <a:lnTo>
                  <a:pt x="11992" y="1799"/>
                </a:lnTo>
                <a:cubicBezTo>
                  <a:pt x="11749" y="1545"/>
                  <a:pt x="11336" y="1534"/>
                  <a:pt x="11093" y="1777"/>
                </a:cubicBezTo>
                <a:close/>
                <a:moveTo>
                  <a:pt x="9296" y="9370"/>
                </a:moveTo>
                <a:cubicBezTo>
                  <a:pt x="8111" y="10522"/>
                  <a:pt x="6208" y="10491"/>
                  <a:pt x="5066" y="9306"/>
                </a:cubicBezTo>
                <a:cubicBezTo>
                  <a:pt x="3913" y="8111"/>
                  <a:pt x="3945" y="6208"/>
                  <a:pt x="5129" y="5066"/>
                </a:cubicBezTo>
                <a:cubicBezTo>
                  <a:pt x="6314" y="3913"/>
                  <a:pt x="8217" y="3945"/>
                  <a:pt x="9370" y="5129"/>
                </a:cubicBezTo>
                <a:cubicBezTo>
                  <a:pt x="10512" y="6314"/>
                  <a:pt x="10490" y="8217"/>
                  <a:pt x="9296" y="9370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1057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>
            <a:spLocks noGrp="1"/>
          </p:cNvSpPr>
          <p:nvPr>
            <p:ph type="title"/>
          </p:nvPr>
        </p:nvSpPr>
        <p:spPr>
          <a:xfrm>
            <a:off x="720000" y="387600"/>
            <a:ext cx="7704000" cy="592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6"/>
          <p:cNvSpPr/>
          <p:nvPr/>
        </p:nvSpPr>
        <p:spPr>
          <a:xfrm>
            <a:off x="-153262" y="4239696"/>
            <a:ext cx="738567" cy="737774"/>
          </a:xfrm>
          <a:custGeom>
            <a:avLst/>
            <a:gdLst/>
            <a:ahLst/>
            <a:cxnLst/>
            <a:rect l="l" t="t" r="r" b="b"/>
            <a:pathLst>
              <a:path w="9613" h="9603" fill="none" extrusionOk="0">
                <a:moveTo>
                  <a:pt x="7487" y="1270"/>
                </a:moveTo>
                <a:lnTo>
                  <a:pt x="6926" y="1777"/>
                </a:lnTo>
                <a:cubicBezTo>
                  <a:pt x="6905" y="1798"/>
                  <a:pt x="6895" y="1809"/>
                  <a:pt x="6884" y="1830"/>
                </a:cubicBezTo>
                <a:cubicBezTo>
                  <a:pt x="6525" y="1587"/>
                  <a:pt x="6144" y="1407"/>
                  <a:pt x="5742" y="1301"/>
                </a:cubicBezTo>
                <a:cubicBezTo>
                  <a:pt x="5742" y="1280"/>
                  <a:pt x="5742" y="1248"/>
                  <a:pt x="5753" y="1227"/>
                </a:cubicBezTo>
                <a:lnTo>
                  <a:pt x="5774" y="477"/>
                </a:lnTo>
                <a:cubicBezTo>
                  <a:pt x="5784" y="244"/>
                  <a:pt x="5605" y="43"/>
                  <a:pt x="5372" y="32"/>
                </a:cubicBezTo>
                <a:lnTo>
                  <a:pt x="4621" y="11"/>
                </a:lnTo>
                <a:cubicBezTo>
                  <a:pt x="4389" y="1"/>
                  <a:pt x="4188" y="180"/>
                  <a:pt x="4177" y="413"/>
                </a:cubicBezTo>
                <a:lnTo>
                  <a:pt x="4145" y="1164"/>
                </a:lnTo>
                <a:cubicBezTo>
                  <a:pt x="4145" y="1196"/>
                  <a:pt x="4145" y="1217"/>
                  <a:pt x="4156" y="1238"/>
                </a:cubicBezTo>
                <a:cubicBezTo>
                  <a:pt x="3754" y="1312"/>
                  <a:pt x="3363" y="1449"/>
                  <a:pt x="3003" y="1661"/>
                </a:cubicBezTo>
                <a:cubicBezTo>
                  <a:pt x="2993" y="1640"/>
                  <a:pt x="2972" y="1619"/>
                  <a:pt x="2961" y="1597"/>
                </a:cubicBezTo>
                <a:lnTo>
                  <a:pt x="2454" y="1048"/>
                </a:lnTo>
                <a:cubicBezTo>
                  <a:pt x="2295" y="878"/>
                  <a:pt x="2020" y="868"/>
                  <a:pt x="1851" y="1016"/>
                </a:cubicBezTo>
                <a:lnTo>
                  <a:pt x="1301" y="1523"/>
                </a:lnTo>
                <a:cubicBezTo>
                  <a:pt x="1121" y="1682"/>
                  <a:pt x="1111" y="1957"/>
                  <a:pt x="1269" y="2126"/>
                </a:cubicBezTo>
                <a:lnTo>
                  <a:pt x="1777" y="2676"/>
                </a:lnTo>
                <a:cubicBezTo>
                  <a:pt x="1798" y="2697"/>
                  <a:pt x="1819" y="2718"/>
                  <a:pt x="1830" y="2729"/>
                </a:cubicBezTo>
                <a:cubicBezTo>
                  <a:pt x="1586" y="3078"/>
                  <a:pt x="1417" y="3469"/>
                  <a:pt x="1301" y="3871"/>
                </a:cubicBezTo>
                <a:cubicBezTo>
                  <a:pt x="1280" y="3871"/>
                  <a:pt x="1259" y="3860"/>
                  <a:pt x="1227" y="3860"/>
                </a:cubicBezTo>
                <a:lnTo>
                  <a:pt x="476" y="3829"/>
                </a:lnTo>
                <a:cubicBezTo>
                  <a:pt x="370" y="3829"/>
                  <a:pt x="265" y="3871"/>
                  <a:pt x="180" y="3945"/>
                </a:cubicBezTo>
                <a:lnTo>
                  <a:pt x="180" y="3945"/>
                </a:lnTo>
                <a:cubicBezTo>
                  <a:pt x="95" y="4019"/>
                  <a:pt x="43" y="4125"/>
                  <a:pt x="43" y="4241"/>
                </a:cubicBezTo>
                <a:lnTo>
                  <a:pt x="11" y="4992"/>
                </a:lnTo>
                <a:lnTo>
                  <a:pt x="11" y="4992"/>
                </a:lnTo>
                <a:cubicBezTo>
                  <a:pt x="0" y="5224"/>
                  <a:pt x="180" y="5425"/>
                  <a:pt x="423" y="5425"/>
                </a:cubicBezTo>
                <a:lnTo>
                  <a:pt x="1174" y="5457"/>
                </a:lnTo>
                <a:cubicBezTo>
                  <a:pt x="1195" y="5457"/>
                  <a:pt x="1216" y="5457"/>
                  <a:pt x="1248" y="5457"/>
                </a:cubicBezTo>
                <a:cubicBezTo>
                  <a:pt x="1312" y="5859"/>
                  <a:pt x="1460" y="6240"/>
                  <a:pt x="1660" y="6610"/>
                </a:cubicBezTo>
                <a:cubicBezTo>
                  <a:pt x="1639" y="6620"/>
                  <a:pt x="1629" y="6631"/>
                  <a:pt x="1608" y="6652"/>
                </a:cubicBezTo>
                <a:lnTo>
                  <a:pt x="1047" y="7159"/>
                </a:lnTo>
                <a:cubicBezTo>
                  <a:pt x="878" y="7318"/>
                  <a:pt x="867" y="7582"/>
                  <a:pt x="1026" y="7762"/>
                </a:cubicBezTo>
                <a:lnTo>
                  <a:pt x="1534" y="8312"/>
                </a:lnTo>
                <a:cubicBezTo>
                  <a:pt x="1692" y="8481"/>
                  <a:pt x="1957" y="8492"/>
                  <a:pt x="2136" y="8344"/>
                </a:cubicBezTo>
                <a:lnTo>
                  <a:pt x="2686" y="7836"/>
                </a:lnTo>
                <a:cubicBezTo>
                  <a:pt x="2707" y="7815"/>
                  <a:pt x="2718" y="7794"/>
                  <a:pt x="2739" y="7773"/>
                </a:cubicBezTo>
                <a:cubicBezTo>
                  <a:pt x="3088" y="8027"/>
                  <a:pt x="3469" y="8196"/>
                  <a:pt x="3881" y="8302"/>
                </a:cubicBezTo>
                <a:cubicBezTo>
                  <a:pt x="3870" y="8333"/>
                  <a:pt x="3870" y="8354"/>
                  <a:pt x="3870" y="8376"/>
                </a:cubicBezTo>
                <a:lnTo>
                  <a:pt x="3839" y="9126"/>
                </a:lnTo>
                <a:cubicBezTo>
                  <a:pt x="3828" y="9243"/>
                  <a:pt x="3870" y="9348"/>
                  <a:pt x="3945" y="9433"/>
                </a:cubicBezTo>
                <a:cubicBezTo>
                  <a:pt x="4029" y="9518"/>
                  <a:pt x="4135" y="9560"/>
                  <a:pt x="4241" y="9570"/>
                </a:cubicBezTo>
                <a:lnTo>
                  <a:pt x="4991" y="9602"/>
                </a:lnTo>
                <a:lnTo>
                  <a:pt x="4991" y="9602"/>
                </a:lnTo>
                <a:cubicBezTo>
                  <a:pt x="5108" y="9602"/>
                  <a:pt x="5213" y="9560"/>
                  <a:pt x="5298" y="9486"/>
                </a:cubicBezTo>
                <a:cubicBezTo>
                  <a:pt x="5383" y="9412"/>
                  <a:pt x="5435" y="9306"/>
                  <a:pt x="5435" y="9190"/>
                </a:cubicBezTo>
                <a:lnTo>
                  <a:pt x="5467" y="8439"/>
                </a:lnTo>
                <a:cubicBezTo>
                  <a:pt x="5467" y="8418"/>
                  <a:pt x="5467" y="8386"/>
                  <a:pt x="5457" y="8365"/>
                </a:cubicBezTo>
                <a:cubicBezTo>
                  <a:pt x="5858" y="8291"/>
                  <a:pt x="6250" y="8153"/>
                  <a:pt x="6609" y="7953"/>
                </a:cubicBezTo>
                <a:cubicBezTo>
                  <a:pt x="6620" y="7963"/>
                  <a:pt x="6641" y="7984"/>
                  <a:pt x="6652" y="8005"/>
                </a:cubicBezTo>
                <a:lnTo>
                  <a:pt x="7159" y="8555"/>
                </a:lnTo>
                <a:cubicBezTo>
                  <a:pt x="7318" y="8735"/>
                  <a:pt x="7593" y="8746"/>
                  <a:pt x="7762" y="8587"/>
                </a:cubicBezTo>
                <a:lnTo>
                  <a:pt x="8312" y="8079"/>
                </a:lnTo>
                <a:cubicBezTo>
                  <a:pt x="8491" y="7921"/>
                  <a:pt x="8502" y="7656"/>
                  <a:pt x="8343" y="7477"/>
                </a:cubicBezTo>
                <a:lnTo>
                  <a:pt x="7836" y="6927"/>
                </a:lnTo>
                <a:cubicBezTo>
                  <a:pt x="7815" y="6906"/>
                  <a:pt x="7804" y="6895"/>
                  <a:pt x="7783" y="6874"/>
                </a:cubicBezTo>
                <a:cubicBezTo>
                  <a:pt x="8026" y="6525"/>
                  <a:pt x="8206" y="6134"/>
                  <a:pt x="8312" y="5732"/>
                </a:cubicBezTo>
                <a:cubicBezTo>
                  <a:pt x="8333" y="5743"/>
                  <a:pt x="8354" y="5743"/>
                  <a:pt x="8386" y="5743"/>
                </a:cubicBezTo>
                <a:lnTo>
                  <a:pt x="9137" y="5774"/>
                </a:lnTo>
                <a:cubicBezTo>
                  <a:pt x="9253" y="5774"/>
                  <a:pt x="9359" y="5732"/>
                  <a:pt x="9433" y="5669"/>
                </a:cubicBezTo>
                <a:cubicBezTo>
                  <a:pt x="9517" y="5595"/>
                  <a:pt x="9570" y="5489"/>
                  <a:pt x="9570" y="5372"/>
                </a:cubicBezTo>
                <a:lnTo>
                  <a:pt x="9602" y="4622"/>
                </a:lnTo>
                <a:cubicBezTo>
                  <a:pt x="9612" y="4378"/>
                  <a:pt x="9433" y="4188"/>
                  <a:pt x="9200" y="4178"/>
                </a:cubicBezTo>
                <a:lnTo>
                  <a:pt x="8449" y="4146"/>
                </a:lnTo>
                <a:cubicBezTo>
                  <a:pt x="8417" y="4146"/>
                  <a:pt x="8396" y="4146"/>
                  <a:pt x="8375" y="4156"/>
                </a:cubicBezTo>
                <a:cubicBezTo>
                  <a:pt x="8301" y="3755"/>
                  <a:pt x="8164" y="3363"/>
                  <a:pt x="7952" y="3004"/>
                </a:cubicBezTo>
                <a:cubicBezTo>
                  <a:pt x="7973" y="2993"/>
                  <a:pt x="7994" y="2972"/>
                  <a:pt x="8005" y="2962"/>
                </a:cubicBezTo>
                <a:lnTo>
                  <a:pt x="8565" y="2454"/>
                </a:lnTo>
                <a:cubicBezTo>
                  <a:pt x="8735" y="2295"/>
                  <a:pt x="8745" y="2020"/>
                  <a:pt x="8587" y="1851"/>
                </a:cubicBezTo>
                <a:lnTo>
                  <a:pt x="8079" y="1301"/>
                </a:lnTo>
                <a:cubicBezTo>
                  <a:pt x="7920" y="1122"/>
                  <a:pt x="7656" y="1111"/>
                  <a:pt x="7487" y="1270"/>
                </a:cubicBezTo>
                <a:close/>
                <a:moveTo>
                  <a:pt x="6155" y="6271"/>
                </a:moveTo>
                <a:cubicBezTo>
                  <a:pt x="5340" y="7011"/>
                  <a:pt x="4082" y="6959"/>
                  <a:pt x="3342" y="6155"/>
                </a:cubicBezTo>
                <a:cubicBezTo>
                  <a:pt x="2591" y="5341"/>
                  <a:pt x="2654" y="4082"/>
                  <a:pt x="3458" y="3332"/>
                </a:cubicBezTo>
                <a:cubicBezTo>
                  <a:pt x="4272" y="2591"/>
                  <a:pt x="5531" y="2655"/>
                  <a:pt x="6271" y="3458"/>
                </a:cubicBezTo>
                <a:cubicBezTo>
                  <a:pt x="7022" y="4273"/>
                  <a:pt x="6958" y="5531"/>
                  <a:pt x="6155" y="6271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1057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8" name="Google Shape;48;p6"/>
          <p:cNvGrpSpPr/>
          <p:nvPr/>
        </p:nvGrpSpPr>
        <p:grpSpPr>
          <a:xfrm>
            <a:off x="8362378" y="269549"/>
            <a:ext cx="1615647" cy="828300"/>
            <a:chOff x="8362378" y="269549"/>
            <a:chExt cx="1615647" cy="828300"/>
          </a:xfrm>
        </p:grpSpPr>
        <p:sp>
          <p:nvSpPr>
            <p:cNvPr id="49" name="Google Shape;49;p6"/>
            <p:cNvSpPr/>
            <p:nvPr/>
          </p:nvSpPr>
          <p:spPr>
            <a:xfrm>
              <a:off x="8421625" y="269549"/>
              <a:ext cx="1556400" cy="828300"/>
            </a:xfrm>
            <a:prstGeom prst="roundRect">
              <a:avLst>
                <a:gd name="adj" fmla="val 16923"/>
              </a:avLst>
            </a:prstGeom>
            <a:noFill/>
            <a:ln w="9525" cap="flat" cmpd="sng">
              <a:solidFill>
                <a:schemeClr val="accent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0" name="Google Shape;50;p6"/>
            <p:cNvGrpSpPr/>
            <p:nvPr/>
          </p:nvGrpSpPr>
          <p:grpSpPr>
            <a:xfrm>
              <a:off x="8362378" y="624104"/>
              <a:ext cx="118495" cy="119191"/>
              <a:chOff x="4512753" y="952912"/>
              <a:chExt cx="118495" cy="119191"/>
            </a:xfrm>
          </p:grpSpPr>
          <p:sp>
            <p:nvSpPr>
              <p:cNvPr id="51" name="Google Shape;51;p6"/>
              <p:cNvSpPr/>
              <p:nvPr/>
            </p:nvSpPr>
            <p:spPr>
              <a:xfrm>
                <a:off x="4540464" y="980619"/>
                <a:ext cx="63074" cy="63776"/>
              </a:xfrm>
              <a:custGeom>
                <a:avLst/>
                <a:gdLst/>
                <a:ahLst/>
                <a:cxnLst/>
                <a:rect l="l" t="t" r="r" b="b"/>
                <a:pathLst>
                  <a:path w="890" h="900" extrusionOk="0">
                    <a:moveTo>
                      <a:pt x="445" y="0"/>
                    </a:moveTo>
                    <a:cubicBezTo>
                      <a:pt x="202" y="0"/>
                      <a:pt x="1" y="201"/>
                      <a:pt x="1" y="455"/>
                    </a:cubicBezTo>
                    <a:cubicBezTo>
                      <a:pt x="1" y="698"/>
                      <a:pt x="202" y="899"/>
                      <a:pt x="445" y="899"/>
                    </a:cubicBezTo>
                    <a:cubicBezTo>
                      <a:pt x="688" y="899"/>
                      <a:pt x="889" y="698"/>
                      <a:pt x="889" y="455"/>
                    </a:cubicBezTo>
                    <a:cubicBezTo>
                      <a:pt x="889" y="201"/>
                      <a:pt x="688" y="0"/>
                      <a:pt x="44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52;p6"/>
              <p:cNvSpPr/>
              <p:nvPr/>
            </p:nvSpPr>
            <p:spPr>
              <a:xfrm>
                <a:off x="4512753" y="952912"/>
                <a:ext cx="118495" cy="119191"/>
              </a:xfrm>
              <a:custGeom>
                <a:avLst/>
                <a:gdLst/>
                <a:ahLst/>
                <a:cxnLst/>
                <a:rect l="l" t="t" r="r" b="b"/>
                <a:pathLst>
                  <a:path w="1672" h="1682" extrusionOk="0">
                    <a:moveTo>
                      <a:pt x="836" y="106"/>
                    </a:moveTo>
                    <a:cubicBezTo>
                      <a:pt x="1238" y="106"/>
                      <a:pt x="1566" y="434"/>
                      <a:pt x="1566" y="846"/>
                    </a:cubicBezTo>
                    <a:cubicBezTo>
                      <a:pt x="1566" y="1248"/>
                      <a:pt x="1238" y="1576"/>
                      <a:pt x="836" y="1576"/>
                    </a:cubicBezTo>
                    <a:cubicBezTo>
                      <a:pt x="434" y="1576"/>
                      <a:pt x="106" y="1248"/>
                      <a:pt x="106" y="846"/>
                    </a:cubicBezTo>
                    <a:cubicBezTo>
                      <a:pt x="106" y="434"/>
                      <a:pt x="434" y="106"/>
                      <a:pt x="836" y="106"/>
                    </a:cubicBezTo>
                    <a:close/>
                    <a:moveTo>
                      <a:pt x="836" y="0"/>
                    </a:moveTo>
                    <a:cubicBezTo>
                      <a:pt x="371" y="0"/>
                      <a:pt x="1" y="381"/>
                      <a:pt x="1" y="846"/>
                    </a:cubicBezTo>
                    <a:cubicBezTo>
                      <a:pt x="1" y="1301"/>
                      <a:pt x="371" y="1681"/>
                      <a:pt x="836" y="1681"/>
                    </a:cubicBezTo>
                    <a:cubicBezTo>
                      <a:pt x="1301" y="1681"/>
                      <a:pt x="1671" y="1301"/>
                      <a:pt x="1671" y="846"/>
                    </a:cubicBezTo>
                    <a:cubicBezTo>
                      <a:pt x="1671" y="381"/>
                      <a:pt x="1301" y="0"/>
                      <a:pt x="83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8"/>
          <p:cNvSpPr txBox="1">
            <a:spLocks noGrp="1"/>
          </p:cNvSpPr>
          <p:nvPr>
            <p:ph type="title"/>
          </p:nvPr>
        </p:nvSpPr>
        <p:spPr>
          <a:xfrm>
            <a:off x="1714950" y="1460850"/>
            <a:ext cx="5714100" cy="222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8"/>
          <p:cNvSpPr/>
          <p:nvPr/>
        </p:nvSpPr>
        <p:spPr>
          <a:xfrm>
            <a:off x="7120179" y="-440699"/>
            <a:ext cx="2393100" cy="828300"/>
          </a:xfrm>
          <a:prstGeom prst="roundRect">
            <a:avLst>
              <a:gd name="adj" fmla="val 16923"/>
            </a:avLst>
          </a:prstGeom>
          <a:noFill/>
          <a:ln w="9525" cap="flat" cmpd="sng">
            <a:solidFill>
              <a:schemeClr val="accent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8"/>
          <p:cNvSpPr/>
          <p:nvPr/>
        </p:nvSpPr>
        <p:spPr>
          <a:xfrm>
            <a:off x="8535000" y="141154"/>
            <a:ext cx="804590" cy="796696"/>
          </a:xfrm>
          <a:custGeom>
            <a:avLst/>
            <a:gdLst/>
            <a:ahLst/>
            <a:cxnLst/>
            <a:rect l="l" t="t" r="r" b="b"/>
            <a:pathLst>
              <a:path w="10533" h="10430" extrusionOk="0">
                <a:moveTo>
                  <a:pt x="5270" y="3004"/>
                </a:moveTo>
                <a:cubicBezTo>
                  <a:pt x="6208" y="3004"/>
                  <a:pt x="7080" y="3606"/>
                  <a:pt x="7371" y="4546"/>
                </a:cubicBezTo>
                <a:cubicBezTo>
                  <a:pt x="7741" y="5709"/>
                  <a:pt x="7096" y="6957"/>
                  <a:pt x="5933" y="7327"/>
                </a:cubicBezTo>
                <a:cubicBezTo>
                  <a:pt x="5715" y="7395"/>
                  <a:pt x="5494" y="7427"/>
                  <a:pt x="5276" y="7427"/>
                </a:cubicBezTo>
                <a:cubicBezTo>
                  <a:pt x="4333" y="7427"/>
                  <a:pt x="3454" y="6824"/>
                  <a:pt x="3162" y="5879"/>
                </a:cubicBezTo>
                <a:cubicBezTo>
                  <a:pt x="2792" y="4715"/>
                  <a:pt x="3437" y="3478"/>
                  <a:pt x="4600" y="3108"/>
                </a:cubicBezTo>
                <a:cubicBezTo>
                  <a:pt x="4823" y="3037"/>
                  <a:pt x="5048" y="3004"/>
                  <a:pt x="5270" y="3004"/>
                </a:cubicBezTo>
                <a:close/>
                <a:moveTo>
                  <a:pt x="4197" y="0"/>
                </a:moveTo>
                <a:cubicBezTo>
                  <a:pt x="4151" y="0"/>
                  <a:pt x="4106" y="7"/>
                  <a:pt x="4061" y="20"/>
                </a:cubicBezTo>
                <a:lnTo>
                  <a:pt x="3268" y="274"/>
                </a:lnTo>
                <a:cubicBezTo>
                  <a:pt x="3014" y="348"/>
                  <a:pt x="2877" y="623"/>
                  <a:pt x="2961" y="866"/>
                </a:cubicBezTo>
                <a:lnTo>
                  <a:pt x="3215" y="1659"/>
                </a:lnTo>
                <a:cubicBezTo>
                  <a:pt x="3215" y="1691"/>
                  <a:pt x="3226" y="1712"/>
                  <a:pt x="3247" y="1733"/>
                </a:cubicBezTo>
                <a:cubicBezTo>
                  <a:pt x="2834" y="1977"/>
                  <a:pt x="2475" y="2283"/>
                  <a:pt x="2179" y="2643"/>
                </a:cubicBezTo>
                <a:cubicBezTo>
                  <a:pt x="2158" y="2622"/>
                  <a:pt x="2126" y="2611"/>
                  <a:pt x="2105" y="2590"/>
                </a:cubicBezTo>
                <a:lnTo>
                  <a:pt x="1365" y="2209"/>
                </a:lnTo>
                <a:cubicBezTo>
                  <a:pt x="1297" y="2179"/>
                  <a:pt x="1225" y="2162"/>
                  <a:pt x="1155" y="2162"/>
                </a:cubicBezTo>
                <a:cubicBezTo>
                  <a:pt x="1104" y="2162"/>
                  <a:pt x="1054" y="2171"/>
                  <a:pt x="1005" y="2188"/>
                </a:cubicBezTo>
                <a:cubicBezTo>
                  <a:pt x="878" y="2220"/>
                  <a:pt x="783" y="2304"/>
                  <a:pt x="730" y="2421"/>
                </a:cubicBezTo>
                <a:lnTo>
                  <a:pt x="349" y="3161"/>
                </a:lnTo>
                <a:cubicBezTo>
                  <a:pt x="233" y="3394"/>
                  <a:pt x="318" y="3679"/>
                  <a:pt x="550" y="3795"/>
                </a:cubicBezTo>
                <a:lnTo>
                  <a:pt x="1291" y="4176"/>
                </a:lnTo>
                <a:cubicBezTo>
                  <a:pt x="1322" y="4187"/>
                  <a:pt x="1343" y="4197"/>
                  <a:pt x="1375" y="4208"/>
                </a:cubicBezTo>
                <a:cubicBezTo>
                  <a:pt x="1259" y="4641"/>
                  <a:pt x="1217" y="5096"/>
                  <a:pt x="1259" y="5561"/>
                </a:cubicBezTo>
                <a:cubicBezTo>
                  <a:pt x="1227" y="5561"/>
                  <a:pt x="1206" y="5572"/>
                  <a:pt x="1174" y="5572"/>
                </a:cubicBezTo>
                <a:lnTo>
                  <a:pt x="381" y="5826"/>
                </a:lnTo>
                <a:cubicBezTo>
                  <a:pt x="138" y="5910"/>
                  <a:pt x="0" y="6175"/>
                  <a:pt x="75" y="6418"/>
                </a:cubicBezTo>
                <a:lnTo>
                  <a:pt x="328" y="7211"/>
                </a:lnTo>
                <a:cubicBezTo>
                  <a:pt x="388" y="7414"/>
                  <a:pt x="569" y="7543"/>
                  <a:pt x="769" y="7543"/>
                </a:cubicBezTo>
                <a:cubicBezTo>
                  <a:pt x="819" y="7543"/>
                  <a:pt x="870" y="7535"/>
                  <a:pt x="920" y="7518"/>
                </a:cubicBezTo>
                <a:lnTo>
                  <a:pt x="1714" y="7274"/>
                </a:lnTo>
                <a:cubicBezTo>
                  <a:pt x="1735" y="7264"/>
                  <a:pt x="1766" y="7253"/>
                  <a:pt x="1788" y="7243"/>
                </a:cubicBezTo>
                <a:cubicBezTo>
                  <a:pt x="2031" y="7655"/>
                  <a:pt x="2337" y="8004"/>
                  <a:pt x="2686" y="8300"/>
                </a:cubicBezTo>
                <a:cubicBezTo>
                  <a:pt x="2676" y="8321"/>
                  <a:pt x="2655" y="8353"/>
                  <a:pt x="2644" y="8374"/>
                </a:cubicBezTo>
                <a:lnTo>
                  <a:pt x="2263" y="9114"/>
                </a:lnTo>
                <a:cubicBezTo>
                  <a:pt x="2211" y="9231"/>
                  <a:pt x="2200" y="9358"/>
                  <a:pt x="2232" y="9474"/>
                </a:cubicBezTo>
                <a:cubicBezTo>
                  <a:pt x="2274" y="9601"/>
                  <a:pt x="2359" y="9696"/>
                  <a:pt x="2464" y="9749"/>
                </a:cubicBezTo>
                <a:lnTo>
                  <a:pt x="3215" y="10129"/>
                </a:lnTo>
                <a:cubicBezTo>
                  <a:pt x="3279" y="10168"/>
                  <a:pt x="3353" y="10187"/>
                  <a:pt x="3426" y="10187"/>
                </a:cubicBezTo>
                <a:cubicBezTo>
                  <a:pt x="3474" y="10187"/>
                  <a:pt x="3522" y="10178"/>
                  <a:pt x="3564" y="10161"/>
                </a:cubicBezTo>
                <a:cubicBezTo>
                  <a:pt x="3680" y="10129"/>
                  <a:pt x="3786" y="10045"/>
                  <a:pt x="3850" y="9929"/>
                </a:cubicBezTo>
                <a:lnTo>
                  <a:pt x="4230" y="9188"/>
                </a:lnTo>
                <a:cubicBezTo>
                  <a:pt x="4241" y="9157"/>
                  <a:pt x="4251" y="9135"/>
                  <a:pt x="4251" y="9114"/>
                </a:cubicBezTo>
                <a:cubicBezTo>
                  <a:pt x="4581" y="9193"/>
                  <a:pt x="4916" y="9236"/>
                  <a:pt x="5257" y="9236"/>
                </a:cubicBezTo>
                <a:cubicBezTo>
                  <a:pt x="5376" y="9236"/>
                  <a:pt x="5495" y="9231"/>
                  <a:pt x="5615" y="9220"/>
                </a:cubicBezTo>
                <a:cubicBezTo>
                  <a:pt x="5615" y="9252"/>
                  <a:pt x="5615" y="9273"/>
                  <a:pt x="5626" y="9305"/>
                </a:cubicBezTo>
                <a:lnTo>
                  <a:pt x="5880" y="10098"/>
                </a:lnTo>
                <a:cubicBezTo>
                  <a:pt x="5939" y="10301"/>
                  <a:pt x="6120" y="10429"/>
                  <a:pt x="6320" y="10429"/>
                </a:cubicBezTo>
                <a:cubicBezTo>
                  <a:pt x="6370" y="10429"/>
                  <a:pt x="6421" y="10421"/>
                  <a:pt x="6472" y="10404"/>
                </a:cubicBezTo>
                <a:lnTo>
                  <a:pt x="7265" y="10151"/>
                </a:lnTo>
                <a:cubicBezTo>
                  <a:pt x="7508" y="10077"/>
                  <a:pt x="7646" y="9812"/>
                  <a:pt x="7572" y="9569"/>
                </a:cubicBezTo>
                <a:lnTo>
                  <a:pt x="7318" y="8765"/>
                </a:lnTo>
                <a:cubicBezTo>
                  <a:pt x="7318" y="8744"/>
                  <a:pt x="7297" y="8713"/>
                  <a:pt x="7286" y="8691"/>
                </a:cubicBezTo>
                <a:cubicBezTo>
                  <a:pt x="7699" y="8459"/>
                  <a:pt x="8058" y="8142"/>
                  <a:pt x="8354" y="7793"/>
                </a:cubicBezTo>
                <a:cubicBezTo>
                  <a:pt x="8375" y="7803"/>
                  <a:pt x="8397" y="7824"/>
                  <a:pt x="8428" y="7835"/>
                </a:cubicBezTo>
                <a:lnTo>
                  <a:pt x="9168" y="8216"/>
                </a:lnTo>
                <a:cubicBezTo>
                  <a:pt x="9237" y="8253"/>
                  <a:pt x="9308" y="8268"/>
                  <a:pt x="9379" y="8268"/>
                </a:cubicBezTo>
                <a:cubicBezTo>
                  <a:pt x="9430" y="8268"/>
                  <a:pt x="9480" y="8260"/>
                  <a:pt x="9528" y="8247"/>
                </a:cubicBezTo>
                <a:cubicBezTo>
                  <a:pt x="9644" y="8205"/>
                  <a:pt x="9739" y="8131"/>
                  <a:pt x="9803" y="8015"/>
                </a:cubicBezTo>
                <a:lnTo>
                  <a:pt x="10184" y="7274"/>
                </a:lnTo>
                <a:cubicBezTo>
                  <a:pt x="10300" y="7042"/>
                  <a:pt x="10205" y="6756"/>
                  <a:pt x="9983" y="6640"/>
                </a:cubicBezTo>
                <a:lnTo>
                  <a:pt x="9232" y="6259"/>
                </a:lnTo>
                <a:cubicBezTo>
                  <a:pt x="9211" y="6238"/>
                  <a:pt x="9190" y="6228"/>
                  <a:pt x="9158" y="6228"/>
                </a:cubicBezTo>
                <a:cubicBezTo>
                  <a:pt x="9274" y="5794"/>
                  <a:pt x="9316" y="5329"/>
                  <a:pt x="9274" y="4874"/>
                </a:cubicBezTo>
                <a:cubicBezTo>
                  <a:pt x="9295" y="4863"/>
                  <a:pt x="9327" y="4863"/>
                  <a:pt x="9348" y="4853"/>
                </a:cubicBezTo>
                <a:lnTo>
                  <a:pt x="10152" y="4599"/>
                </a:lnTo>
                <a:cubicBezTo>
                  <a:pt x="10395" y="4525"/>
                  <a:pt x="10533" y="4261"/>
                  <a:pt x="10459" y="4007"/>
                </a:cubicBezTo>
                <a:lnTo>
                  <a:pt x="10205" y="3214"/>
                </a:lnTo>
                <a:cubicBezTo>
                  <a:pt x="10144" y="3015"/>
                  <a:pt x="9950" y="2887"/>
                  <a:pt x="9748" y="2887"/>
                </a:cubicBezTo>
                <a:cubicBezTo>
                  <a:pt x="9703" y="2887"/>
                  <a:pt x="9657" y="2894"/>
                  <a:pt x="9613" y="2907"/>
                </a:cubicBezTo>
                <a:lnTo>
                  <a:pt x="8819" y="3161"/>
                </a:lnTo>
                <a:cubicBezTo>
                  <a:pt x="8798" y="3172"/>
                  <a:pt x="8767" y="3182"/>
                  <a:pt x="8745" y="3193"/>
                </a:cubicBezTo>
                <a:cubicBezTo>
                  <a:pt x="8502" y="2780"/>
                  <a:pt x="8196" y="2421"/>
                  <a:pt x="7847" y="2125"/>
                </a:cubicBezTo>
                <a:cubicBezTo>
                  <a:pt x="7857" y="2104"/>
                  <a:pt x="7878" y="2082"/>
                  <a:pt x="7889" y="2051"/>
                </a:cubicBezTo>
                <a:lnTo>
                  <a:pt x="8270" y="1311"/>
                </a:lnTo>
                <a:cubicBezTo>
                  <a:pt x="8386" y="1078"/>
                  <a:pt x="8291" y="792"/>
                  <a:pt x="8069" y="676"/>
                </a:cubicBezTo>
                <a:lnTo>
                  <a:pt x="7318" y="295"/>
                </a:lnTo>
                <a:cubicBezTo>
                  <a:pt x="7250" y="261"/>
                  <a:pt x="7178" y="245"/>
                  <a:pt x="7108" y="245"/>
                </a:cubicBezTo>
                <a:cubicBezTo>
                  <a:pt x="6937" y="245"/>
                  <a:pt x="6773" y="339"/>
                  <a:pt x="6683" y="496"/>
                </a:cubicBezTo>
                <a:lnTo>
                  <a:pt x="6303" y="1247"/>
                </a:lnTo>
                <a:cubicBezTo>
                  <a:pt x="6292" y="1268"/>
                  <a:pt x="6282" y="1289"/>
                  <a:pt x="6271" y="1321"/>
                </a:cubicBezTo>
                <a:cubicBezTo>
                  <a:pt x="5948" y="1234"/>
                  <a:pt x="5612" y="1189"/>
                  <a:pt x="5270" y="1189"/>
                </a:cubicBezTo>
                <a:cubicBezTo>
                  <a:pt x="5153" y="1189"/>
                  <a:pt x="5036" y="1194"/>
                  <a:pt x="4918" y="1205"/>
                </a:cubicBezTo>
                <a:cubicBezTo>
                  <a:pt x="4918" y="1184"/>
                  <a:pt x="4907" y="1152"/>
                  <a:pt x="4907" y="1131"/>
                </a:cubicBezTo>
                <a:lnTo>
                  <a:pt x="4653" y="327"/>
                </a:lnTo>
                <a:cubicBezTo>
                  <a:pt x="4593" y="129"/>
                  <a:pt x="4398" y="0"/>
                  <a:pt x="419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8"/>
          <p:cNvSpPr/>
          <p:nvPr/>
        </p:nvSpPr>
        <p:spPr>
          <a:xfrm>
            <a:off x="-444000" y="4082675"/>
            <a:ext cx="1413265" cy="1399393"/>
          </a:xfrm>
          <a:custGeom>
            <a:avLst/>
            <a:gdLst/>
            <a:ahLst/>
            <a:cxnLst/>
            <a:rect l="l" t="t" r="r" b="b"/>
            <a:pathLst>
              <a:path w="10533" h="10430" extrusionOk="0">
                <a:moveTo>
                  <a:pt x="5270" y="3004"/>
                </a:moveTo>
                <a:cubicBezTo>
                  <a:pt x="6208" y="3004"/>
                  <a:pt x="7080" y="3606"/>
                  <a:pt x="7371" y="4546"/>
                </a:cubicBezTo>
                <a:cubicBezTo>
                  <a:pt x="7741" y="5709"/>
                  <a:pt x="7096" y="6957"/>
                  <a:pt x="5933" y="7327"/>
                </a:cubicBezTo>
                <a:cubicBezTo>
                  <a:pt x="5715" y="7395"/>
                  <a:pt x="5494" y="7427"/>
                  <a:pt x="5276" y="7427"/>
                </a:cubicBezTo>
                <a:cubicBezTo>
                  <a:pt x="4333" y="7427"/>
                  <a:pt x="3454" y="6824"/>
                  <a:pt x="3162" y="5879"/>
                </a:cubicBezTo>
                <a:cubicBezTo>
                  <a:pt x="2792" y="4715"/>
                  <a:pt x="3437" y="3478"/>
                  <a:pt x="4600" y="3108"/>
                </a:cubicBezTo>
                <a:cubicBezTo>
                  <a:pt x="4823" y="3037"/>
                  <a:pt x="5048" y="3004"/>
                  <a:pt x="5270" y="3004"/>
                </a:cubicBezTo>
                <a:close/>
                <a:moveTo>
                  <a:pt x="4197" y="0"/>
                </a:moveTo>
                <a:cubicBezTo>
                  <a:pt x="4151" y="0"/>
                  <a:pt x="4106" y="7"/>
                  <a:pt x="4061" y="20"/>
                </a:cubicBezTo>
                <a:lnTo>
                  <a:pt x="3268" y="274"/>
                </a:lnTo>
                <a:cubicBezTo>
                  <a:pt x="3014" y="348"/>
                  <a:pt x="2877" y="623"/>
                  <a:pt x="2961" y="866"/>
                </a:cubicBezTo>
                <a:lnTo>
                  <a:pt x="3215" y="1659"/>
                </a:lnTo>
                <a:cubicBezTo>
                  <a:pt x="3215" y="1691"/>
                  <a:pt x="3226" y="1712"/>
                  <a:pt x="3247" y="1733"/>
                </a:cubicBezTo>
                <a:cubicBezTo>
                  <a:pt x="2834" y="1977"/>
                  <a:pt x="2475" y="2283"/>
                  <a:pt x="2179" y="2643"/>
                </a:cubicBezTo>
                <a:cubicBezTo>
                  <a:pt x="2158" y="2622"/>
                  <a:pt x="2126" y="2611"/>
                  <a:pt x="2105" y="2590"/>
                </a:cubicBezTo>
                <a:lnTo>
                  <a:pt x="1365" y="2209"/>
                </a:lnTo>
                <a:cubicBezTo>
                  <a:pt x="1297" y="2179"/>
                  <a:pt x="1225" y="2162"/>
                  <a:pt x="1155" y="2162"/>
                </a:cubicBezTo>
                <a:cubicBezTo>
                  <a:pt x="1104" y="2162"/>
                  <a:pt x="1054" y="2171"/>
                  <a:pt x="1005" y="2188"/>
                </a:cubicBezTo>
                <a:cubicBezTo>
                  <a:pt x="878" y="2220"/>
                  <a:pt x="783" y="2304"/>
                  <a:pt x="730" y="2421"/>
                </a:cubicBezTo>
                <a:lnTo>
                  <a:pt x="349" y="3161"/>
                </a:lnTo>
                <a:cubicBezTo>
                  <a:pt x="233" y="3394"/>
                  <a:pt x="318" y="3679"/>
                  <a:pt x="550" y="3795"/>
                </a:cubicBezTo>
                <a:lnTo>
                  <a:pt x="1291" y="4176"/>
                </a:lnTo>
                <a:cubicBezTo>
                  <a:pt x="1322" y="4187"/>
                  <a:pt x="1343" y="4197"/>
                  <a:pt x="1375" y="4208"/>
                </a:cubicBezTo>
                <a:cubicBezTo>
                  <a:pt x="1259" y="4641"/>
                  <a:pt x="1217" y="5096"/>
                  <a:pt x="1259" y="5561"/>
                </a:cubicBezTo>
                <a:cubicBezTo>
                  <a:pt x="1227" y="5561"/>
                  <a:pt x="1206" y="5572"/>
                  <a:pt x="1174" y="5572"/>
                </a:cubicBezTo>
                <a:lnTo>
                  <a:pt x="381" y="5826"/>
                </a:lnTo>
                <a:cubicBezTo>
                  <a:pt x="138" y="5910"/>
                  <a:pt x="0" y="6175"/>
                  <a:pt x="75" y="6418"/>
                </a:cubicBezTo>
                <a:lnTo>
                  <a:pt x="328" y="7211"/>
                </a:lnTo>
                <a:cubicBezTo>
                  <a:pt x="388" y="7414"/>
                  <a:pt x="569" y="7543"/>
                  <a:pt x="769" y="7543"/>
                </a:cubicBezTo>
                <a:cubicBezTo>
                  <a:pt x="819" y="7543"/>
                  <a:pt x="870" y="7535"/>
                  <a:pt x="920" y="7518"/>
                </a:cubicBezTo>
                <a:lnTo>
                  <a:pt x="1714" y="7274"/>
                </a:lnTo>
                <a:cubicBezTo>
                  <a:pt x="1735" y="7264"/>
                  <a:pt x="1766" y="7253"/>
                  <a:pt x="1788" y="7243"/>
                </a:cubicBezTo>
                <a:cubicBezTo>
                  <a:pt x="2031" y="7655"/>
                  <a:pt x="2337" y="8004"/>
                  <a:pt x="2686" y="8300"/>
                </a:cubicBezTo>
                <a:cubicBezTo>
                  <a:pt x="2676" y="8321"/>
                  <a:pt x="2655" y="8353"/>
                  <a:pt x="2644" y="8374"/>
                </a:cubicBezTo>
                <a:lnTo>
                  <a:pt x="2263" y="9114"/>
                </a:lnTo>
                <a:cubicBezTo>
                  <a:pt x="2211" y="9231"/>
                  <a:pt x="2200" y="9358"/>
                  <a:pt x="2232" y="9474"/>
                </a:cubicBezTo>
                <a:cubicBezTo>
                  <a:pt x="2274" y="9601"/>
                  <a:pt x="2359" y="9696"/>
                  <a:pt x="2464" y="9749"/>
                </a:cubicBezTo>
                <a:lnTo>
                  <a:pt x="3215" y="10129"/>
                </a:lnTo>
                <a:cubicBezTo>
                  <a:pt x="3279" y="10168"/>
                  <a:pt x="3353" y="10187"/>
                  <a:pt x="3426" y="10187"/>
                </a:cubicBezTo>
                <a:cubicBezTo>
                  <a:pt x="3474" y="10187"/>
                  <a:pt x="3522" y="10178"/>
                  <a:pt x="3564" y="10161"/>
                </a:cubicBezTo>
                <a:cubicBezTo>
                  <a:pt x="3680" y="10129"/>
                  <a:pt x="3786" y="10045"/>
                  <a:pt x="3850" y="9929"/>
                </a:cubicBezTo>
                <a:lnTo>
                  <a:pt x="4230" y="9188"/>
                </a:lnTo>
                <a:cubicBezTo>
                  <a:pt x="4241" y="9157"/>
                  <a:pt x="4251" y="9135"/>
                  <a:pt x="4251" y="9114"/>
                </a:cubicBezTo>
                <a:cubicBezTo>
                  <a:pt x="4581" y="9193"/>
                  <a:pt x="4916" y="9236"/>
                  <a:pt x="5257" y="9236"/>
                </a:cubicBezTo>
                <a:cubicBezTo>
                  <a:pt x="5376" y="9236"/>
                  <a:pt x="5495" y="9231"/>
                  <a:pt x="5615" y="9220"/>
                </a:cubicBezTo>
                <a:cubicBezTo>
                  <a:pt x="5615" y="9252"/>
                  <a:pt x="5615" y="9273"/>
                  <a:pt x="5626" y="9305"/>
                </a:cubicBezTo>
                <a:lnTo>
                  <a:pt x="5880" y="10098"/>
                </a:lnTo>
                <a:cubicBezTo>
                  <a:pt x="5939" y="10301"/>
                  <a:pt x="6120" y="10429"/>
                  <a:pt x="6320" y="10429"/>
                </a:cubicBezTo>
                <a:cubicBezTo>
                  <a:pt x="6370" y="10429"/>
                  <a:pt x="6421" y="10421"/>
                  <a:pt x="6472" y="10404"/>
                </a:cubicBezTo>
                <a:lnTo>
                  <a:pt x="7265" y="10151"/>
                </a:lnTo>
                <a:cubicBezTo>
                  <a:pt x="7508" y="10077"/>
                  <a:pt x="7646" y="9812"/>
                  <a:pt x="7572" y="9569"/>
                </a:cubicBezTo>
                <a:lnTo>
                  <a:pt x="7318" y="8765"/>
                </a:lnTo>
                <a:cubicBezTo>
                  <a:pt x="7318" y="8744"/>
                  <a:pt x="7297" y="8713"/>
                  <a:pt x="7286" y="8691"/>
                </a:cubicBezTo>
                <a:cubicBezTo>
                  <a:pt x="7699" y="8459"/>
                  <a:pt x="8058" y="8142"/>
                  <a:pt x="8354" y="7793"/>
                </a:cubicBezTo>
                <a:cubicBezTo>
                  <a:pt x="8375" y="7803"/>
                  <a:pt x="8397" y="7824"/>
                  <a:pt x="8428" y="7835"/>
                </a:cubicBezTo>
                <a:lnTo>
                  <a:pt x="9168" y="8216"/>
                </a:lnTo>
                <a:cubicBezTo>
                  <a:pt x="9237" y="8253"/>
                  <a:pt x="9308" y="8268"/>
                  <a:pt x="9379" y="8268"/>
                </a:cubicBezTo>
                <a:cubicBezTo>
                  <a:pt x="9430" y="8268"/>
                  <a:pt x="9480" y="8260"/>
                  <a:pt x="9528" y="8247"/>
                </a:cubicBezTo>
                <a:cubicBezTo>
                  <a:pt x="9644" y="8205"/>
                  <a:pt x="9739" y="8131"/>
                  <a:pt x="9803" y="8015"/>
                </a:cubicBezTo>
                <a:lnTo>
                  <a:pt x="10184" y="7274"/>
                </a:lnTo>
                <a:cubicBezTo>
                  <a:pt x="10300" y="7042"/>
                  <a:pt x="10205" y="6756"/>
                  <a:pt x="9983" y="6640"/>
                </a:cubicBezTo>
                <a:lnTo>
                  <a:pt x="9232" y="6259"/>
                </a:lnTo>
                <a:cubicBezTo>
                  <a:pt x="9211" y="6238"/>
                  <a:pt x="9190" y="6228"/>
                  <a:pt x="9158" y="6228"/>
                </a:cubicBezTo>
                <a:cubicBezTo>
                  <a:pt x="9274" y="5794"/>
                  <a:pt x="9316" y="5329"/>
                  <a:pt x="9274" y="4874"/>
                </a:cubicBezTo>
                <a:cubicBezTo>
                  <a:pt x="9295" y="4863"/>
                  <a:pt x="9327" y="4863"/>
                  <a:pt x="9348" y="4853"/>
                </a:cubicBezTo>
                <a:lnTo>
                  <a:pt x="10152" y="4599"/>
                </a:lnTo>
                <a:cubicBezTo>
                  <a:pt x="10395" y="4525"/>
                  <a:pt x="10533" y="4261"/>
                  <a:pt x="10459" y="4007"/>
                </a:cubicBezTo>
                <a:lnTo>
                  <a:pt x="10205" y="3214"/>
                </a:lnTo>
                <a:cubicBezTo>
                  <a:pt x="10144" y="3015"/>
                  <a:pt x="9950" y="2887"/>
                  <a:pt x="9748" y="2887"/>
                </a:cubicBezTo>
                <a:cubicBezTo>
                  <a:pt x="9703" y="2887"/>
                  <a:pt x="9657" y="2894"/>
                  <a:pt x="9613" y="2907"/>
                </a:cubicBezTo>
                <a:lnTo>
                  <a:pt x="8819" y="3161"/>
                </a:lnTo>
                <a:cubicBezTo>
                  <a:pt x="8798" y="3172"/>
                  <a:pt x="8767" y="3182"/>
                  <a:pt x="8745" y="3193"/>
                </a:cubicBezTo>
                <a:cubicBezTo>
                  <a:pt x="8502" y="2780"/>
                  <a:pt x="8196" y="2421"/>
                  <a:pt x="7847" y="2125"/>
                </a:cubicBezTo>
                <a:cubicBezTo>
                  <a:pt x="7857" y="2104"/>
                  <a:pt x="7878" y="2082"/>
                  <a:pt x="7889" y="2051"/>
                </a:cubicBezTo>
                <a:lnTo>
                  <a:pt x="8270" y="1311"/>
                </a:lnTo>
                <a:cubicBezTo>
                  <a:pt x="8386" y="1078"/>
                  <a:pt x="8291" y="792"/>
                  <a:pt x="8069" y="676"/>
                </a:cubicBezTo>
                <a:lnTo>
                  <a:pt x="7318" y="295"/>
                </a:lnTo>
                <a:cubicBezTo>
                  <a:pt x="7250" y="261"/>
                  <a:pt x="7178" y="245"/>
                  <a:pt x="7108" y="245"/>
                </a:cubicBezTo>
                <a:cubicBezTo>
                  <a:pt x="6937" y="245"/>
                  <a:pt x="6773" y="339"/>
                  <a:pt x="6683" y="496"/>
                </a:cubicBezTo>
                <a:lnTo>
                  <a:pt x="6303" y="1247"/>
                </a:lnTo>
                <a:cubicBezTo>
                  <a:pt x="6292" y="1268"/>
                  <a:pt x="6282" y="1289"/>
                  <a:pt x="6271" y="1321"/>
                </a:cubicBezTo>
                <a:cubicBezTo>
                  <a:pt x="5948" y="1234"/>
                  <a:pt x="5612" y="1189"/>
                  <a:pt x="5270" y="1189"/>
                </a:cubicBezTo>
                <a:cubicBezTo>
                  <a:pt x="5153" y="1189"/>
                  <a:pt x="5036" y="1194"/>
                  <a:pt x="4918" y="1205"/>
                </a:cubicBezTo>
                <a:cubicBezTo>
                  <a:pt x="4918" y="1184"/>
                  <a:pt x="4907" y="1152"/>
                  <a:pt x="4907" y="1131"/>
                </a:cubicBezTo>
                <a:lnTo>
                  <a:pt x="4653" y="327"/>
                </a:lnTo>
                <a:cubicBezTo>
                  <a:pt x="4593" y="129"/>
                  <a:pt x="4398" y="0"/>
                  <a:pt x="4197" y="0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9"/>
          <p:cNvSpPr txBox="1">
            <a:spLocks noGrp="1"/>
          </p:cNvSpPr>
          <p:nvPr>
            <p:ph type="subTitle" idx="1"/>
          </p:nvPr>
        </p:nvSpPr>
        <p:spPr>
          <a:xfrm>
            <a:off x="4741626" y="2106138"/>
            <a:ext cx="3507600" cy="164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title"/>
          </p:nvPr>
        </p:nvSpPr>
        <p:spPr>
          <a:xfrm>
            <a:off x="4741733" y="1480088"/>
            <a:ext cx="3507600" cy="47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>
            <a:endParaRPr/>
          </a:p>
        </p:txBody>
      </p:sp>
      <p:sp>
        <p:nvSpPr>
          <p:cNvPr id="69" name="Google Shape;69;p9"/>
          <p:cNvSpPr/>
          <p:nvPr/>
        </p:nvSpPr>
        <p:spPr>
          <a:xfrm rot="-5400000">
            <a:off x="-1259496" y="1669851"/>
            <a:ext cx="2393100" cy="828300"/>
          </a:xfrm>
          <a:prstGeom prst="roundRect">
            <a:avLst>
              <a:gd name="adj" fmla="val 16923"/>
            </a:avLst>
          </a:prstGeom>
          <a:noFill/>
          <a:ln w="9525" cap="flat" cmpd="sng">
            <a:solidFill>
              <a:schemeClr val="accent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9"/>
          <p:cNvSpPr/>
          <p:nvPr/>
        </p:nvSpPr>
        <p:spPr>
          <a:xfrm>
            <a:off x="105375" y="2972275"/>
            <a:ext cx="476882" cy="472192"/>
          </a:xfrm>
          <a:custGeom>
            <a:avLst/>
            <a:gdLst/>
            <a:ahLst/>
            <a:cxnLst/>
            <a:rect l="l" t="t" r="r" b="b"/>
            <a:pathLst>
              <a:path w="10533" h="10430" extrusionOk="0">
                <a:moveTo>
                  <a:pt x="5270" y="3004"/>
                </a:moveTo>
                <a:cubicBezTo>
                  <a:pt x="6208" y="3004"/>
                  <a:pt x="7080" y="3606"/>
                  <a:pt x="7371" y="4546"/>
                </a:cubicBezTo>
                <a:cubicBezTo>
                  <a:pt x="7741" y="5709"/>
                  <a:pt x="7096" y="6957"/>
                  <a:pt x="5933" y="7327"/>
                </a:cubicBezTo>
                <a:cubicBezTo>
                  <a:pt x="5715" y="7395"/>
                  <a:pt x="5494" y="7427"/>
                  <a:pt x="5276" y="7427"/>
                </a:cubicBezTo>
                <a:cubicBezTo>
                  <a:pt x="4333" y="7427"/>
                  <a:pt x="3454" y="6824"/>
                  <a:pt x="3162" y="5879"/>
                </a:cubicBezTo>
                <a:cubicBezTo>
                  <a:pt x="2792" y="4715"/>
                  <a:pt x="3437" y="3478"/>
                  <a:pt x="4600" y="3108"/>
                </a:cubicBezTo>
                <a:cubicBezTo>
                  <a:pt x="4823" y="3037"/>
                  <a:pt x="5048" y="3004"/>
                  <a:pt x="5270" y="3004"/>
                </a:cubicBezTo>
                <a:close/>
                <a:moveTo>
                  <a:pt x="4197" y="0"/>
                </a:moveTo>
                <a:cubicBezTo>
                  <a:pt x="4151" y="0"/>
                  <a:pt x="4106" y="7"/>
                  <a:pt x="4061" y="20"/>
                </a:cubicBezTo>
                <a:lnTo>
                  <a:pt x="3268" y="274"/>
                </a:lnTo>
                <a:cubicBezTo>
                  <a:pt x="3014" y="348"/>
                  <a:pt x="2877" y="623"/>
                  <a:pt x="2961" y="866"/>
                </a:cubicBezTo>
                <a:lnTo>
                  <a:pt x="3215" y="1659"/>
                </a:lnTo>
                <a:cubicBezTo>
                  <a:pt x="3215" y="1691"/>
                  <a:pt x="3226" y="1712"/>
                  <a:pt x="3247" y="1733"/>
                </a:cubicBezTo>
                <a:cubicBezTo>
                  <a:pt x="2834" y="1977"/>
                  <a:pt x="2475" y="2283"/>
                  <a:pt x="2179" y="2643"/>
                </a:cubicBezTo>
                <a:cubicBezTo>
                  <a:pt x="2158" y="2622"/>
                  <a:pt x="2126" y="2611"/>
                  <a:pt x="2105" y="2590"/>
                </a:cubicBezTo>
                <a:lnTo>
                  <a:pt x="1365" y="2209"/>
                </a:lnTo>
                <a:cubicBezTo>
                  <a:pt x="1297" y="2179"/>
                  <a:pt x="1225" y="2162"/>
                  <a:pt x="1155" y="2162"/>
                </a:cubicBezTo>
                <a:cubicBezTo>
                  <a:pt x="1104" y="2162"/>
                  <a:pt x="1054" y="2171"/>
                  <a:pt x="1005" y="2188"/>
                </a:cubicBezTo>
                <a:cubicBezTo>
                  <a:pt x="878" y="2220"/>
                  <a:pt x="783" y="2304"/>
                  <a:pt x="730" y="2421"/>
                </a:cubicBezTo>
                <a:lnTo>
                  <a:pt x="349" y="3161"/>
                </a:lnTo>
                <a:cubicBezTo>
                  <a:pt x="233" y="3394"/>
                  <a:pt x="318" y="3679"/>
                  <a:pt x="550" y="3795"/>
                </a:cubicBezTo>
                <a:lnTo>
                  <a:pt x="1291" y="4176"/>
                </a:lnTo>
                <a:cubicBezTo>
                  <a:pt x="1322" y="4187"/>
                  <a:pt x="1343" y="4197"/>
                  <a:pt x="1375" y="4208"/>
                </a:cubicBezTo>
                <a:cubicBezTo>
                  <a:pt x="1259" y="4641"/>
                  <a:pt x="1217" y="5096"/>
                  <a:pt x="1259" y="5561"/>
                </a:cubicBezTo>
                <a:cubicBezTo>
                  <a:pt x="1227" y="5561"/>
                  <a:pt x="1206" y="5572"/>
                  <a:pt x="1174" y="5572"/>
                </a:cubicBezTo>
                <a:lnTo>
                  <a:pt x="381" y="5826"/>
                </a:lnTo>
                <a:cubicBezTo>
                  <a:pt x="138" y="5910"/>
                  <a:pt x="0" y="6175"/>
                  <a:pt x="75" y="6418"/>
                </a:cubicBezTo>
                <a:lnTo>
                  <a:pt x="328" y="7211"/>
                </a:lnTo>
                <a:cubicBezTo>
                  <a:pt x="388" y="7414"/>
                  <a:pt x="569" y="7543"/>
                  <a:pt x="769" y="7543"/>
                </a:cubicBezTo>
                <a:cubicBezTo>
                  <a:pt x="819" y="7543"/>
                  <a:pt x="870" y="7535"/>
                  <a:pt x="920" y="7518"/>
                </a:cubicBezTo>
                <a:lnTo>
                  <a:pt x="1714" y="7274"/>
                </a:lnTo>
                <a:cubicBezTo>
                  <a:pt x="1735" y="7264"/>
                  <a:pt x="1766" y="7253"/>
                  <a:pt x="1788" y="7243"/>
                </a:cubicBezTo>
                <a:cubicBezTo>
                  <a:pt x="2031" y="7655"/>
                  <a:pt x="2337" y="8004"/>
                  <a:pt x="2686" y="8300"/>
                </a:cubicBezTo>
                <a:cubicBezTo>
                  <a:pt x="2676" y="8321"/>
                  <a:pt x="2655" y="8353"/>
                  <a:pt x="2644" y="8374"/>
                </a:cubicBezTo>
                <a:lnTo>
                  <a:pt x="2263" y="9114"/>
                </a:lnTo>
                <a:cubicBezTo>
                  <a:pt x="2211" y="9231"/>
                  <a:pt x="2200" y="9358"/>
                  <a:pt x="2232" y="9474"/>
                </a:cubicBezTo>
                <a:cubicBezTo>
                  <a:pt x="2274" y="9601"/>
                  <a:pt x="2359" y="9696"/>
                  <a:pt x="2464" y="9749"/>
                </a:cubicBezTo>
                <a:lnTo>
                  <a:pt x="3215" y="10129"/>
                </a:lnTo>
                <a:cubicBezTo>
                  <a:pt x="3279" y="10168"/>
                  <a:pt x="3353" y="10187"/>
                  <a:pt x="3426" y="10187"/>
                </a:cubicBezTo>
                <a:cubicBezTo>
                  <a:pt x="3474" y="10187"/>
                  <a:pt x="3522" y="10178"/>
                  <a:pt x="3564" y="10161"/>
                </a:cubicBezTo>
                <a:cubicBezTo>
                  <a:pt x="3680" y="10129"/>
                  <a:pt x="3786" y="10045"/>
                  <a:pt x="3850" y="9929"/>
                </a:cubicBezTo>
                <a:lnTo>
                  <a:pt x="4230" y="9188"/>
                </a:lnTo>
                <a:cubicBezTo>
                  <a:pt x="4241" y="9157"/>
                  <a:pt x="4251" y="9135"/>
                  <a:pt x="4251" y="9114"/>
                </a:cubicBezTo>
                <a:cubicBezTo>
                  <a:pt x="4581" y="9193"/>
                  <a:pt x="4916" y="9236"/>
                  <a:pt x="5257" y="9236"/>
                </a:cubicBezTo>
                <a:cubicBezTo>
                  <a:pt x="5376" y="9236"/>
                  <a:pt x="5495" y="9231"/>
                  <a:pt x="5615" y="9220"/>
                </a:cubicBezTo>
                <a:cubicBezTo>
                  <a:pt x="5615" y="9252"/>
                  <a:pt x="5615" y="9273"/>
                  <a:pt x="5626" y="9305"/>
                </a:cubicBezTo>
                <a:lnTo>
                  <a:pt x="5880" y="10098"/>
                </a:lnTo>
                <a:cubicBezTo>
                  <a:pt x="5939" y="10301"/>
                  <a:pt x="6120" y="10429"/>
                  <a:pt x="6320" y="10429"/>
                </a:cubicBezTo>
                <a:cubicBezTo>
                  <a:pt x="6370" y="10429"/>
                  <a:pt x="6421" y="10421"/>
                  <a:pt x="6472" y="10404"/>
                </a:cubicBezTo>
                <a:lnTo>
                  <a:pt x="7265" y="10151"/>
                </a:lnTo>
                <a:cubicBezTo>
                  <a:pt x="7508" y="10077"/>
                  <a:pt x="7646" y="9812"/>
                  <a:pt x="7572" y="9569"/>
                </a:cubicBezTo>
                <a:lnTo>
                  <a:pt x="7318" y="8765"/>
                </a:lnTo>
                <a:cubicBezTo>
                  <a:pt x="7318" y="8744"/>
                  <a:pt x="7297" y="8713"/>
                  <a:pt x="7286" y="8691"/>
                </a:cubicBezTo>
                <a:cubicBezTo>
                  <a:pt x="7699" y="8459"/>
                  <a:pt x="8058" y="8142"/>
                  <a:pt x="8354" y="7793"/>
                </a:cubicBezTo>
                <a:cubicBezTo>
                  <a:pt x="8375" y="7803"/>
                  <a:pt x="8397" y="7824"/>
                  <a:pt x="8428" y="7835"/>
                </a:cubicBezTo>
                <a:lnTo>
                  <a:pt x="9168" y="8216"/>
                </a:lnTo>
                <a:cubicBezTo>
                  <a:pt x="9237" y="8253"/>
                  <a:pt x="9308" y="8268"/>
                  <a:pt x="9379" y="8268"/>
                </a:cubicBezTo>
                <a:cubicBezTo>
                  <a:pt x="9430" y="8268"/>
                  <a:pt x="9480" y="8260"/>
                  <a:pt x="9528" y="8247"/>
                </a:cubicBezTo>
                <a:cubicBezTo>
                  <a:pt x="9644" y="8205"/>
                  <a:pt x="9739" y="8131"/>
                  <a:pt x="9803" y="8015"/>
                </a:cubicBezTo>
                <a:lnTo>
                  <a:pt x="10184" y="7274"/>
                </a:lnTo>
                <a:cubicBezTo>
                  <a:pt x="10300" y="7042"/>
                  <a:pt x="10205" y="6756"/>
                  <a:pt x="9983" y="6640"/>
                </a:cubicBezTo>
                <a:lnTo>
                  <a:pt x="9232" y="6259"/>
                </a:lnTo>
                <a:cubicBezTo>
                  <a:pt x="9211" y="6238"/>
                  <a:pt x="9190" y="6228"/>
                  <a:pt x="9158" y="6228"/>
                </a:cubicBezTo>
                <a:cubicBezTo>
                  <a:pt x="9274" y="5794"/>
                  <a:pt x="9316" y="5329"/>
                  <a:pt x="9274" y="4874"/>
                </a:cubicBezTo>
                <a:cubicBezTo>
                  <a:pt x="9295" y="4863"/>
                  <a:pt x="9327" y="4863"/>
                  <a:pt x="9348" y="4853"/>
                </a:cubicBezTo>
                <a:lnTo>
                  <a:pt x="10152" y="4599"/>
                </a:lnTo>
                <a:cubicBezTo>
                  <a:pt x="10395" y="4525"/>
                  <a:pt x="10533" y="4261"/>
                  <a:pt x="10459" y="4007"/>
                </a:cubicBezTo>
                <a:lnTo>
                  <a:pt x="10205" y="3214"/>
                </a:lnTo>
                <a:cubicBezTo>
                  <a:pt x="10144" y="3015"/>
                  <a:pt x="9950" y="2887"/>
                  <a:pt x="9748" y="2887"/>
                </a:cubicBezTo>
                <a:cubicBezTo>
                  <a:pt x="9703" y="2887"/>
                  <a:pt x="9657" y="2894"/>
                  <a:pt x="9613" y="2907"/>
                </a:cubicBezTo>
                <a:lnTo>
                  <a:pt x="8819" y="3161"/>
                </a:lnTo>
                <a:cubicBezTo>
                  <a:pt x="8798" y="3172"/>
                  <a:pt x="8767" y="3182"/>
                  <a:pt x="8745" y="3193"/>
                </a:cubicBezTo>
                <a:cubicBezTo>
                  <a:pt x="8502" y="2780"/>
                  <a:pt x="8196" y="2421"/>
                  <a:pt x="7847" y="2125"/>
                </a:cubicBezTo>
                <a:cubicBezTo>
                  <a:pt x="7857" y="2104"/>
                  <a:pt x="7878" y="2082"/>
                  <a:pt x="7889" y="2051"/>
                </a:cubicBezTo>
                <a:lnTo>
                  <a:pt x="8270" y="1311"/>
                </a:lnTo>
                <a:cubicBezTo>
                  <a:pt x="8386" y="1078"/>
                  <a:pt x="8291" y="792"/>
                  <a:pt x="8069" y="676"/>
                </a:cubicBezTo>
                <a:lnTo>
                  <a:pt x="7318" y="295"/>
                </a:lnTo>
                <a:cubicBezTo>
                  <a:pt x="7250" y="261"/>
                  <a:pt x="7178" y="245"/>
                  <a:pt x="7108" y="245"/>
                </a:cubicBezTo>
                <a:cubicBezTo>
                  <a:pt x="6937" y="245"/>
                  <a:pt x="6773" y="339"/>
                  <a:pt x="6683" y="496"/>
                </a:cubicBezTo>
                <a:lnTo>
                  <a:pt x="6303" y="1247"/>
                </a:lnTo>
                <a:cubicBezTo>
                  <a:pt x="6292" y="1268"/>
                  <a:pt x="6282" y="1289"/>
                  <a:pt x="6271" y="1321"/>
                </a:cubicBezTo>
                <a:cubicBezTo>
                  <a:pt x="5948" y="1234"/>
                  <a:pt x="5612" y="1189"/>
                  <a:pt x="5270" y="1189"/>
                </a:cubicBezTo>
                <a:cubicBezTo>
                  <a:pt x="5153" y="1189"/>
                  <a:pt x="5036" y="1194"/>
                  <a:pt x="4918" y="1205"/>
                </a:cubicBezTo>
                <a:cubicBezTo>
                  <a:pt x="4918" y="1184"/>
                  <a:pt x="4907" y="1152"/>
                  <a:pt x="4907" y="1131"/>
                </a:cubicBezTo>
                <a:lnTo>
                  <a:pt x="4653" y="327"/>
                </a:lnTo>
                <a:cubicBezTo>
                  <a:pt x="4593" y="129"/>
                  <a:pt x="4398" y="0"/>
                  <a:pt x="419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_26_1_1_1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3"/>
          <p:cNvSpPr txBox="1">
            <a:spLocks noGrp="1"/>
          </p:cNvSpPr>
          <p:nvPr>
            <p:ph type="title" hasCustomPrompt="1"/>
          </p:nvPr>
        </p:nvSpPr>
        <p:spPr>
          <a:xfrm>
            <a:off x="829406" y="1401569"/>
            <a:ext cx="804600" cy="8046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1" name="Google Shape;81;p13"/>
          <p:cNvSpPr txBox="1">
            <a:spLocks noGrp="1"/>
          </p:cNvSpPr>
          <p:nvPr>
            <p:ph type="subTitle" idx="1"/>
          </p:nvPr>
        </p:nvSpPr>
        <p:spPr>
          <a:xfrm>
            <a:off x="1732850" y="1401569"/>
            <a:ext cx="2641500" cy="80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title" idx="2" hasCustomPrompt="1"/>
          </p:nvPr>
        </p:nvSpPr>
        <p:spPr>
          <a:xfrm>
            <a:off x="829406" y="3649188"/>
            <a:ext cx="804600" cy="8046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3" name="Google Shape;83;p13"/>
          <p:cNvSpPr txBox="1">
            <a:spLocks noGrp="1"/>
          </p:cNvSpPr>
          <p:nvPr>
            <p:ph type="subTitle" idx="3"/>
          </p:nvPr>
        </p:nvSpPr>
        <p:spPr>
          <a:xfrm>
            <a:off x="1732850" y="3649200"/>
            <a:ext cx="2641500" cy="80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9pPr>
          </a:lstStyle>
          <a:p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title" idx="4" hasCustomPrompt="1"/>
          </p:nvPr>
        </p:nvSpPr>
        <p:spPr>
          <a:xfrm>
            <a:off x="4769656" y="1401564"/>
            <a:ext cx="804600" cy="8046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5" name="Google Shape;85;p13"/>
          <p:cNvSpPr txBox="1">
            <a:spLocks noGrp="1"/>
          </p:cNvSpPr>
          <p:nvPr>
            <p:ph type="subTitle" idx="5"/>
          </p:nvPr>
        </p:nvSpPr>
        <p:spPr>
          <a:xfrm>
            <a:off x="5673099" y="1401574"/>
            <a:ext cx="2641500" cy="80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9pPr>
          </a:lstStyle>
          <a:p>
            <a:endParaRPr/>
          </a:p>
        </p:txBody>
      </p:sp>
      <p:sp>
        <p:nvSpPr>
          <p:cNvPr id="86" name="Google Shape;86;p13"/>
          <p:cNvSpPr txBox="1">
            <a:spLocks noGrp="1"/>
          </p:cNvSpPr>
          <p:nvPr>
            <p:ph type="title" idx="6"/>
          </p:nvPr>
        </p:nvSpPr>
        <p:spPr>
          <a:xfrm>
            <a:off x="720000" y="387600"/>
            <a:ext cx="7704000" cy="592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title" idx="7" hasCustomPrompt="1"/>
          </p:nvPr>
        </p:nvSpPr>
        <p:spPr>
          <a:xfrm>
            <a:off x="4769656" y="3649188"/>
            <a:ext cx="804600" cy="8046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8"/>
          </p:nvPr>
        </p:nvSpPr>
        <p:spPr>
          <a:xfrm>
            <a:off x="5673099" y="3649200"/>
            <a:ext cx="2641500" cy="80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9pPr>
          </a:lstStyle>
          <a:p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title" idx="9" hasCustomPrompt="1"/>
          </p:nvPr>
        </p:nvSpPr>
        <p:spPr>
          <a:xfrm>
            <a:off x="829406" y="2525376"/>
            <a:ext cx="804600" cy="8046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0" name="Google Shape;90;p13"/>
          <p:cNvSpPr txBox="1">
            <a:spLocks noGrp="1"/>
          </p:cNvSpPr>
          <p:nvPr>
            <p:ph type="subTitle" idx="13"/>
          </p:nvPr>
        </p:nvSpPr>
        <p:spPr>
          <a:xfrm>
            <a:off x="1732850" y="2525375"/>
            <a:ext cx="2641500" cy="80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9pPr>
          </a:lstStyle>
          <a:p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title" idx="14" hasCustomPrompt="1"/>
          </p:nvPr>
        </p:nvSpPr>
        <p:spPr>
          <a:xfrm>
            <a:off x="4769656" y="2525376"/>
            <a:ext cx="804600" cy="8046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2" name="Google Shape;92;p13"/>
          <p:cNvSpPr txBox="1">
            <a:spLocks noGrp="1"/>
          </p:cNvSpPr>
          <p:nvPr>
            <p:ph type="subTitle" idx="15"/>
          </p:nvPr>
        </p:nvSpPr>
        <p:spPr>
          <a:xfrm>
            <a:off x="5673099" y="2525375"/>
            <a:ext cx="2641500" cy="80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9pPr>
          </a:lstStyle>
          <a:p>
            <a:endParaRPr/>
          </a:p>
        </p:txBody>
      </p:sp>
      <p:sp>
        <p:nvSpPr>
          <p:cNvPr id="93" name="Google Shape;93;p13"/>
          <p:cNvSpPr/>
          <p:nvPr/>
        </p:nvSpPr>
        <p:spPr>
          <a:xfrm>
            <a:off x="7120179" y="-440699"/>
            <a:ext cx="2393100" cy="828300"/>
          </a:xfrm>
          <a:prstGeom prst="roundRect">
            <a:avLst>
              <a:gd name="adj" fmla="val 16923"/>
            </a:avLst>
          </a:prstGeom>
          <a:noFill/>
          <a:ln w="9525" cap="flat" cmpd="sng">
            <a:solidFill>
              <a:schemeClr val="accent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4" name="Google Shape;94;p13"/>
          <p:cNvGrpSpPr/>
          <p:nvPr/>
        </p:nvGrpSpPr>
        <p:grpSpPr>
          <a:xfrm flipH="1">
            <a:off x="7060154" y="4604605"/>
            <a:ext cx="2453125" cy="887896"/>
            <a:chOff x="-384050" y="4548979"/>
            <a:chExt cx="2453125" cy="887896"/>
          </a:xfrm>
        </p:grpSpPr>
        <p:sp>
          <p:nvSpPr>
            <p:cNvPr id="95" name="Google Shape;95;p13"/>
            <p:cNvSpPr/>
            <p:nvPr/>
          </p:nvSpPr>
          <p:spPr>
            <a:xfrm>
              <a:off x="-384050" y="4608575"/>
              <a:ext cx="2393100" cy="828300"/>
            </a:xfrm>
            <a:prstGeom prst="roundRect">
              <a:avLst>
                <a:gd name="adj" fmla="val 16923"/>
              </a:avLst>
            </a:prstGeom>
            <a:noFill/>
            <a:ln w="9525" cap="flat" cmpd="sng">
              <a:solidFill>
                <a:schemeClr val="accent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6" name="Google Shape;96;p13"/>
            <p:cNvGrpSpPr/>
            <p:nvPr/>
          </p:nvGrpSpPr>
          <p:grpSpPr>
            <a:xfrm>
              <a:off x="325671" y="4548979"/>
              <a:ext cx="118495" cy="119191"/>
              <a:chOff x="4541071" y="952912"/>
              <a:chExt cx="118495" cy="119191"/>
            </a:xfrm>
          </p:grpSpPr>
          <p:sp>
            <p:nvSpPr>
              <p:cNvPr id="97" name="Google Shape;97;p13"/>
              <p:cNvSpPr/>
              <p:nvPr/>
            </p:nvSpPr>
            <p:spPr>
              <a:xfrm>
                <a:off x="4568781" y="980619"/>
                <a:ext cx="63074" cy="63776"/>
              </a:xfrm>
              <a:custGeom>
                <a:avLst/>
                <a:gdLst/>
                <a:ahLst/>
                <a:cxnLst/>
                <a:rect l="l" t="t" r="r" b="b"/>
                <a:pathLst>
                  <a:path w="890" h="900" extrusionOk="0">
                    <a:moveTo>
                      <a:pt x="445" y="0"/>
                    </a:moveTo>
                    <a:cubicBezTo>
                      <a:pt x="202" y="0"/>
                      <a:pt x="1" y="201"/>
                      <a:pt x="1" y="455"/>
                    </a:cubicBezTo>
                    <a:cubicBezTo>
                      <a:pt x="1" y="698"/>
                      <a:pt x="202" y="899"/>
                      <a:pt x="445" y="899"/>
                    </a:cubicBezTo>
                    <a:cubicBezTo>
                      <a:pt x="688" y="899"/>
                      <a:pt x="889" y="698"/>
                      <a:pt x="889" y="455"/>
                    </a:cubicBezTo>
                    <a:cubicBezTo>
                      <a:pt x="889" y="201"/>
                      <a:pt x="688" y="0"/>
                      <a:pt x="44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Google Shape;98;p13"/>
              <p:cNvSpPr/>
              <p:nvPr/>
            </p:nvSpPr>
            <p:spPr>
              <a:xfrm>
                <a:off x="4541071" y="952912"/>
                <a:ext cx="118495" cy="119191"/>
              </a:xfrm>
              <a:custGeom>
                <a:avLst/>
                <a:gdLst/>
                <a:ahLst/>
                <a:cxnLst/>
                <a:rect l="l" t="t" r="r" b="b"/>
                <a:pathLst>
                  <a:path w="1672" h="1682" extrusionOk="0">
                    <a:moveTo>
                      <a:pt x="836" y="106"/>
                    </a:moveTo>
                    <a:cubicBezTo>
                      <a:pt x="1238" y="106"/>
                      <a:pt x="1566" y="434"/>
                      <a:pt x="1566" y="846"/>
                    </a:cubicBezTo>
                    <a:cubicBezTo>
                      <a:pt x="1566" y="1248"/>
                      <a:pt x="1238" y="1576"/>
                      <a:pt x="836" y="1576"/>
                    </a:cubicBezTo>
                    <a:cubicBezTo>
                      <a:pt x="434" y="1576"/>
                      <a:pt x="106" y="1248"/>
                      <a:pt x="106" y="846"/>
                    </a:cubicBezTo>
                    <a:cubicBezTo>
                      <a:pt x="106" y="434"/>
                      <a:pt x="434" y="106"/>
                      <a:pt x="836" y="106"/>
                    </a:cubicBezTo>
                    <a:close/>
                    <a:moveTo>
                      <a:pt x="836" y="0"/>
                    </a:moveTo>
                    <a:cubicBezTo>
                      <a:pt x="371" y="0"/>
                      <a:pt x="1" y="381"/>
                      <a:pt x="1" y="846"/>
                    </a:cubicBezTo>
                    <a:cubicBezTo>
                      <a:pt x="1" y="1301"/>
                      <a:pt x="371" y="1681"/>
                      <a:pt x="836" y="1681"/>
                    </a:cubicBezTo>
                    <a:cubicBezTo>
                      <a:pt x="1301" y="1681"/>
                      <a:pt x="1671" y="1301"/>
                      <a:pt x="1671" y="846"/>
                    </a:cubicBezTo>
                    <a:cubicBezTo>
                      <a:pt x="1671" y="381"/>
                      <a:pt x="1301" y="0"/>
                      <a:pt x="83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9" name="Google Shape;99;p13"/>
            <p:cNvGrpSpPr/>
            <p:nvPr/>
          </p:nvGrpSpPr>
          <p:grpSpPr>
            <a:xfrm>
              <a:off x="1950580" y="4835229"/>
              <a:ext cx="118495" cy="119191"/>
              <a:chOff x="4512753" y="952912"/>
              <a:chExt cx="118495" cy="119191"/>
            </a:xfrm>
          </p:grpSpPr>
          <p:sp>
            <p:nvSpPr>
              <p:cNvPr id="100" name="Google Shape;100;p13"/>
              <p:cNvSpPr/>
              <p:nvPr/>
            </p:nvSpPr>
            <p:spPr>
              <a:xfrm>
                <a:off x="4540464" y="980619"/>
                <a:ext cx="63074" cy="63776"/>
              </a:xfrm>
              <a:custGeom>
                <a:avLst/>
                <a:gdLst/>
                <a:ahLst/>
                <a:cxnLst/>
                <a:rect l="l" t="t" r="r" b="b"/>
                <a:pathLst>
                  <a:path w="890" h="900" extrusionOk="0">
                    <a:moveTo>
                      <a:pt x="445" y="0"/>
                    </a:moveTo>
                    <a:cubicBezTo>
                      <a:pt x="202" y="0"/>
                      <a:pt x="1" y="201"/>
                      <a:pt x="1" y="455"/>
                    </a:cubicBezTo>
                    <a:cubicBezTo>
                      <a:pt x="1" y="698"/>
                      <a:pt x="202" y="899"/>
                      <a:pt x="445" y="899"/>
                    </a:cubicBezTo>
                    <a:cubicBezTo>
                      <a:pt x="688" y="899"/>
                      <a:pt x="889" y="698"/>
                      <a:pt x="889" y="455"/>
                    </a:cubicBezTo>
                    <a:cubicBezTo>
                      <a:pt x="889" y="201"/>
                      <a:pt x="688" y="0"/>
                      <a:pt x="44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Google Shape;101;p13"/>
              <p:cNvSpPr/>
              <p:nvPr/>
            </p:nvSpPr>
            <p:spPr>
              <a:xfrm>
                <a:off x="4512753" y="952912"/>
                <a:ext cx="118495" cy="119191"/>
              </a:xfrm>
              <a:custGeom>
                <a:avLst/>
                <a:gdLst/>
                <a:ahLst/>
                <a:cxnLst/>
                <a:rect l="l" t="t" r="r" b="b"/>
                <a:pathLst>
                  <a:path w="1672" h="1682" extrusionOk="0">
                    <a:moveTo>
                      <a:pt x="836" y="106"/>
                    </a:moveTo>
                    <a:cubicBezTo>
                      <a:pt x="1238" y="106"/>
                      <a:pt x="1566" y="434"/>
                      <a:pt x="1566" y="846"/>
                    </a:cubicBezTo>
                    <a:cubicBezTo>
                      <a:pt x="1566" y="1248"/>
                      <a:pt x="1238" y="1576"/>
                      <a:pt x="836" y="1576"/>
                    </a:cubicBezTo>
                    <a:cubicBezTo>
                      <a:pt x="434" y="1576"/>
                      <a:pt x="106" y="1248"/>
                      <a:pt x="106" y="846"/>
                    </a:cubicBezTo>
                    <a:cubicBezTo>
                      <a:pt x="106" y="434"/>
                      <a:pt x="434" y="106"/>
                      <a:pt x="836" y="106"/>
                    </a:cubicBezTo>
                    <a:close/>
                    <a:moveTo>
                      <a:pt x="836" y="0"/>
                    </a:moveTo>
                    <a:cubicBezTo>
                      <a:pt x="371" y="0"/>
                      <a:pt x="1" y="381"/>
                      <a:pt x="1" y="846"/>
                    </a:cubicBezTo>
                    <a:cubicBezTo>
                      <a:pt x="1" y="1301"/>
                      <a:pt x="371" y="1681"/>
                      <a:pt x="836" y="1681"/>
                    </a:cubicBezTo>
                    <a:cubicBezTo>
                      <a:pt x="1301" y="1681"/>
                      <a:pt x="1671" y="1301"/>
                      <a:pt x="1671" y="846"/>
                    </a:cubicBezTo>
                    <a:cubicBezTo>
                      <a:pt x="1671" y="381"/>
                      <a:pt x="1301" y="0"/>
                      <a:pt x="83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02" name="Google Shape;102;p13"/>
          <p:cNvSpPr/>
          <p:nvPr/>
        </p:nvSpPr>
        <p:spPr>
          <a:xfrm>
            <a:off x="8535000" y="141154"/>
            <a:ext cx="804590" cy="796696"/>
          </a:xfrm>
          <a:custGeom>
            <a:avLst/>
            <a:gdLst/>
            <a:ahLst/>
            <a:cxnLst/>
            <a:rect l="l" t="t" r="r" b="b"/>
            <a:pathLst>
              <a:path w="10533" h="10430" extrusionOk="0">
                <a:moveTo>
                  <a:pt x="5270" y="3004"/>
                </a:moveTo>
                <a:cubicBezTo>
                  <a:pt x="6208" y="3004"/>
                  <a:pt x="7080" y="3606"/>
                  <a:pt x="7371" y="4546"/>
                </a:cubicBezTo>
                <a:cubicBezTo>
                  <a:pt x="7741" y="5709"/>
                  <a:pt x="7096" y="6957"/>
                  <a:pt x="5933" y="7327"/>
                </a:cubicBezTo>
                <a:cubicBezTo>
                  <a:pt x="5715" y="7395"/>
                  <a:pt x="5494" y="7427"/>
                  <a:pt x="5276" y="7427"/>
                </a:cubicBezTo>
                <a:cubicBezTo>
                  <a:pt x="4333" y="7427"/>
                  <a:pt x="3454" y="6824"/>
                  <a:pt x="3162" y="5879"/>
                </a:cubicBezTo>
                <a:cubicBezTo>
                  <a:pt x="2792" y="4715"/>
                  <a:pt x="3437" y="3478"/>
                  <a:pt x="4600" y="3108"/>
                </a:cubicBezTo>
                <a:cubicBezTo>
                  <a:pt x="4823" y="3037"/>
                  <a:pt x="5048" y="3004"/>
                  <a:pt x="5270" y="3004"/>
                </a:cubicBezTo>
                <a:close/>
                <a:moveTo>
                  <a:pt x="4197" y="0"/>
                </a:moveTo>
                <a:cubicBezTo>
                  <a:pt x="4151" y="0"/>
                  <a:pt x="4106" y="7"/>
                  <a:pt x="4061" y="20"/>
                </a:cubicBezTo>
                <a:lnTo>
                  <a:pt x="3268" y="274"/>
                </a:lnTo>
                <a:cubicBezTo>
                  <a:pt x="3014" y="348"/>
                  <a:pt x="2877" y="623"/>
                  <a:pt x="2961" y="866"/>
                </a:cubicBezTo>
                <a:lnTo>
                  <a:pt x="3215" y="1659"/>
                </a:lnTo>
                <a:cubicBezTo>
                  <a:pt x="3215" y="1691"/>
                  <a:pt x="3226" y="1712"/>
                  <a:pt x="3247" y="1733"/>
                </a:cubicBezTo>
                <a:cubicBezTo>
                  <a:pt x="2834" y="1977"/>
                  <a:pt x="2475" y="2283"/>
                  <a:pt x="2179" y="2643"/>
                </a:cubicBezTo>
                <a:cubicBezTo>
                  <a:pt x="2158" y="2622"/>
                  <a:pt x="2126" y="2611"/>
                  <a:pt x="2105" y="2590"/>
                </a:cubicBezTo>
                <a:lnTo>
                  <a:pt x="1365" y="2209"/>
                </a:lnTo>
                <a:cubicBezTo>
                  <a:pt x="1297" y="2179"/>
                  <a:pt x="1225" y="2162"/>
                  <a:pt x="1155" y="2162"/>
                </a:cubicBezTo>
                <a:cubicBezTo>
                  <a:pt x="1104" y="2162"/>
                  <a:pt x="1054" y="2171"/>
                  <a:pt x="1005" y="2188"/>
                </a:cubicBezTo>
                <a:cubicBezTo>
                  <a:pt x="878" y="2220"/>
                  <a:pt x="783" y="2304"/>
                  <a:pt x="730" y="2421"/>
                </a:cubicBezTo>
                <a:lnTo>
                  <a:pt x="349" y="3161"/>
                </a:lnTo>
                <a:cubicBezTo>
                  <a:pt x="233" y="3394"/>
                  <a:pt x="318" y="3679"/>
                  <a:pt x="550" y="3795"/>
                </a:cubicBezTo>
                <a:lnTo>
                  <a:pt x="1291" y="4176"/>
                </a:lnTo>
                <a:cubicBezTo>
                  <a:pt x="1322" y="4187"/>
                  <a:pt x="1343" y="4197"/>
                  <a:pt x="1375" y="4208"/>
                </a:cubicBezTo>
                <a:cubicBezTo>
                  <a:pt x="1259" y="4641"/>
                  <a:pt x="1217" y="5096"/>
                  <a:pt x="1259" y="5561"/>
                </a:cubicBezTo>
                <a:cubicBezTo>
                  <a:pt x="1227" y="5561"/>
                  <a:pt x="1206" y="5572"/>
                  <a:pt x="1174" y="5572"/>
                </a:cubicBezTo>
                <a:lnTo>
                  <a:pt x="381" y="5826"/>
                </a:lnTo>
                <a:cubicBezTo>
                  <a:pt x="138" y="5910"/>
                  <a:pt x="0" y="6175"/>
                  <a:pt x="75" y="6418"/>
                </a:cubicBezTo>
                <a:lnTo>
                  <a:pt x="328" y="7211"/>
                </a:lnTo>
                <a:cubicBezTo>
                  <a:pt x="388" y="7414"/>
                  <a:pt x="569" y="7543"/>
                  <a:pt x="769" y="7543"/>
                </a:cubicBezTo>
                <a:cubicBezTo>
                  <a:pt x="819" y="7543"/>
                  <a:pt x="870" y="7535"/>
                  <a:pt x="920" y="7518"/>
                </a:cubicBezTo>
                <a:lnTo>
                  <a:pt x="1714" y="7274"/>
                </a:lnTo>
                <a:cubicBezTo>
                  <a:pt x="1735" y="7264"/>
                  <a:pt x="1766" y="7253"/>
                  <a:pt x="1788" y="7243"/>
                </a:cubicBezTo>
                <a:cubicBezTo>
                  <a:pt x="2031" y="7655"/>
                  <a:pt x="2337" y="8004"/>
                  <a:pt x="2686" y="8300"/>
                </a:cubicBezTo>
                <a:cubicBezTo>
                  <a:pt x="2676" y="8321"/>
                  <a:pt x="2655" y="8353"/>
                  <a:pt x="2644" y="8374"/>
                </a:cubicBezTo>
                <a:lnTo>
                  <a:pt x="2263" y="9114"/>
                </a:lnTo>
                <a:cubicBezTo>
                  <a:pt x="2211" y="9231"/>
                  <a:pt x="2200" y="9358"/>
                  <a:pt x="2232" y="9474"/>
                </a:cubicBezTo>
                <a:cubicBezTo>
                  <a:pt x="2274" y="9601"/>
                  <a:pt x="2359" y="9696"/>
                  <a:pt x="2464" y="9749"/>
                </a:cubicBezTo>
                <a:lnTo>
                  <a:pt x="3215" y="10129"/>
                </a:lnTo>
                <a:cubicBezTo>
                  <a:pt x="3279" y="10168"/>
                  <a:pt x="3353" y="10187"/>
                  <a:pt x="3426" y="10187"/>
                </a:cubicBezTo>
                <a:cubicBezTo>
                  <a:pt x="3474" y="10187"/>
                  <a:pt x="3522" y="10178"/>
                  <a:pt x="3564" y="10161"/>
                </a:cubicBezTo>
                <a:cubicBezTo>
                  <a:pt x="3680" y="10129"/>
                  <a:pt x="3786" y="10045"/>
                  <a:pt x="3850" y="9929"/>
                </a:cubicBezTo>
                <a:lnTo>
                  <a:pt x="4230" y="9188"/>
                </a:lnTo>
                <a:cubicBezTo>
                  <a:pt x="4241" y="9157"/>
                  <a:pt x="4251" y="9135"/>
                  <a:pt x="4251" y="9114"/>
                </a:cubicBezTo>
                <a:cubicBezTo>
                  <a:pt x="4581" y="9193"/>
                  <a:pt x="4916" y="9236"/>
                  <a:pt x="5257" y="9236"/>
                </a:cubicBezTo>
                <a:cubicBezTo>
                  <a:pt x="5376" y="9236"/>
                  <a:pt x="5495" y="9231"/>
                  <a:pt x="5615" y="9220"/>
                </a:cubicBezTo>
                <a:cubicBezTo>
                  <a:pt x="5615" y="9252"/>
                  <a:pt x="5615" y="9273"/>
                  <a:pt x="5626" y="9305"/>
                </a:cubicBezTo>
                <a:lnTo>
                  <a:pt x="5880" y="10098"/>
                </a:lnTo>
                <a:cubicBezTo>
                  <a:pt x="5939" y="10301"/>
                  <a:pt x="6120" y="10429"/>
                  <a:pt x="6320" y="10429"/>
                </a:cubicBezTo>
                <a:cubicBezTo>
                  <a:pt x="6370" y="10429"/>
                  <a:pt x="6421" y="10421"/>
                  <a:pt x="6472" y="10404"/>
                </a:cubicBezTo>
                <a:lnTo>
                  <a:pt x="7265" y="10151"/>
                </a:lnTo>
                <a:cubicBezTo>
                  <a:pt x="7508" y="10077"/>
                  <a:pt x="7646" y="9812"/>
                  <a:pt x="7572" y="9569"/>
                </a:cubicBezTo>
                <a:lnTo>
                  <a:pt x="7318" y="8765"/>
                </a:lnTo>
                <a:cubicBezTo>
                  <a:pt x="7318" y="8744"/>
                  <a:pt x="7297" y="8713"/>
                  <a:pt x="7286" y="8691"/>
                </a:cubicBezTo>
                <a:cubicBezTo>
                  <a:pt x="7699" y="8459"/>
                  <a:pt x="8058" y="8142"/>
                  <a:pt x="8354" y="7793"/>
                </a:cubicBezTo>
                <a:cubicBezTo>
                  <a:pt x="8375" y="7803"/>
                  <a:pt x="8397" y="7824"/>
                  <a:pt x="8428" y="7835"/>
                </a:cubicBezTo>
                <a:lnTo>
                  <a:pt x="9168" y="8216"/>
                </a:lnTo>
                <a:cubicBezTo>
                  <a:pt x="9237" y="8253"/>
                  <a:pt x="9308" y="8268"/>
                  <a:pt x="9379" y="8268"/>
                </a:cubicBezTo>
                <a:cubicBezTo>
                  <a:pt x="9430" y="8268"/>
                  <a:pt x="9480" y="8260"/>
                  <a:pt x="9528" y="8247"/>
                </a:cubicBezTo>
                <a:cubicBezTo>
                  <a:pt x="9644" y="8205"/>
                  <a:pt x="9739" y="8131"/>
                  <a:pt x="9803" y="8015"/>
                </a:cubicBezTo>
                <a:lnTo>
                  <a:pt x="10184" y="7274"/>
                </a:lnTo>
                <a:cubicBezTo>
                  <a:pt x="10300" y="7042"/>
                  <a:pt x="10205" y="6756"/>
                  <a:pt x="9983" y="6640"/>
                </a:cubicBezTo>
                <a:lnTo>
                  <a:pt x="9232" y="6259"/>
                </a:lnTo>
                <a:cubicBezTo>
                  <a:pt x="9211" y="6238"/>
                  <a:pt x="9190" y="6228"/>
                  <a:pt x="9158" y="6228"/>
                </a:cubicBezTo>
                <a:cubicBezTo>
                  <a:pt x="9274" y="5794"/>
                  <a:pt x="9316" y="5329"/>
                  <a:pt x="9274" y="4874"/>
                </a:cubicBezTo>
                <a:cubicBezTo>
                  <a:pt x="9295" y="4863"/>
                  <a:pt x="9327" y="4863"/>
                  <a:pt x="9348" y="4853"/>
                </a:cubicBezTo>
                <a:lnTo>
                  <a:pt x="10152" y="4599"/>
                </a:lnTo>
                <a:cubicBezTo>
                  <a:pt x="10395" y="4525"/>
                  <a:pt x="10533" y="4261"/>
                  <a:pt x="10459" y="4007"/>
                </a:cubicBezTo>
                <a:lnTo>
                  <a:pt x="10205" y="3214"/>
                </a:lnTo>
                <a:cubicBezTo>
                  <a:pt x="10144" y="3015"/>
                  <a:pt x="9950" y="2887"/>
                  <a:pt x="9748" y="2887"/>
                </a:cubicBezTo>
                <a:cubicBezTo>
                  <a:pt x="9703" y="2887"/>
                  <a:pt x="9657" y="2894"/>
                  <a:pt x="9613" y="2907"/>
                </a:cubicBezTo>
                <a:lnTo>
                  <a:pt x="8819" y="3161"/>
                </a:lnTo>
                <a:cubicBezTo>
                  <a:pt x="8798" y="3172"/>
                  <a:pt x="8767" y="3182"/>
                  <a:pt x="8745" y="3193"/>
                </a:cubicBezTo>
                <a:cubicBezTo>
                  <a:pt x="8502" y="2780"/>
                  <a:pt x="8196" y="2421"/>
                  <a:pt x="7847" y="2125"/>
                </a:cubicBezTo>
                <a:cubicBezTo>
                  <a:pt x="7857" y="2104"/>
                  <a:pt x="7878" y="2082"/>
                  <a:pt x="7889" y="2051"/>
                </a:cubicBezTo>
                <a:lnTo>
                  <a:pt x="8270" y="1311"/>
                </a:lnTo>
                <a:cubicBezTo>
                  <a:pt x="8386" y="1078"/>
                  <a:pt x="8291" y="792"/>
                  <a:pt x="8069" y="676"/>
                </a:cubicBezTo>
                <a:lnTo>
                  <a:pt x="7318" y="295"/>
                </a:lnTo>
                <a:cubicBezTo>
                  <a:pt x="7250" y="261"/>
                  <a:pt x="7178" y="245"/>
                  <a:pt x="7108" y="245"/>
                </a:cubicBezTo>
                <a:cubicBezTo>
                  <a:pt x="6937" y="245"/>
                  <a:pt x="6773" y="339"/>
                  <a:pt x="6683" y="496"/>
                </a:cubicBezTo>
                <a:lnTo>
                  <a:pt x="6303" y="1247"/>
                </a:lnTo>
                <a:cubicBezTo>
                  <a:pt x="6292" y="1268"/>
                  <a:pt x="6282" y="1289"/>
                  <a:pt x="6271" y="1321"/>
                </a:cubicBezTo>
                <a:cubicBezTo>
                  <a:pt x="5948" y="1234"/>
                  <a:pt x="5612" y="1189"/>
                  <a:pt x="5270" y="1189"/>
                </a:cubicBezTo>
                <a:cubicBezTo>
                  <a:pt x="5153" y="1189"/>
                  <a:pt x="5036" y="1194"/>
                  <a:pt x="4918" y="1205"/>
                </a:cubicBezTo>
                <a:cubicBezTo>
                  <a:pt x="4918" y="1184"/>
                  <a:pt x="4907" y="1152"/>
                  <a:pt x="4907" y="1131"/>
                </a:cubicBezTo>
                <a:lnTo>
                  <a:pt x="4653" y="327"/>
                </a:lnTo>
                <a:cubicBezTo>
                  <a:pt x="4593" y="129"/>
                  <a:pt x="4398" y="0"/>
                  <a:pt x="419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17_1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4"/>
          <p:cNvSpPr txBox="1">
            <a:spLocks noGrp="1"/>
          </p:cNvSpPr>
          <p:nvPr>
            <p:ph type="body" idx="1"/>
          </p:nvPr>
        </p:nvSpPr>
        <p:spPr>
          <a:xfrm>
            <a:off x="720000" y="1401575"/>
            <a:ext cx="3852000" cy="320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17500" rtl="0">
              <a:spcBef>
                <a:spcPts val="1000"/>
              </a:spcBef>
              <a:spcAft>
                <a:spcPts val="0"/>
              </a:spcAft>
              <a:buSzPts val="1400"/>
              <a:buChar char="○"/>
              <a:defRPr sz="1600"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600"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600"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600"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600"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600"/>
            </a:lvl9pPr>
          </a:lstStyle>
          <a:p>
            <a:endParaRPr/>
          </a:p>
        </p:txBody>
      </p:sp>
      <p:sp>
        <p:nvSpPr>
          <p:cNvPr id="105" name="Google Shape;105;p14"/>
          <p:cNvSpPr txBox="1">
            <a:spLocks noGrp="1"/>
          </p:cNvSpPr>
          <p:nvPr>
            <p:ph type="title"/>
          </p:nvPr>
        </p:nvSpPr>
        <p:spPr>
          <a:xfrm>
            <a:off x="720000" y="387600"/>
            <a:ext cx="7704000" cy="592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06" name="Google Shape;106;p14"/>
          <p:cNvSpPr>
            <a:spLocks noGrp="1"/>
          </p:cNvSpPr>
          <p:nvPr>
            <p:ph type="pic" idx="2"/>
          </p:nvPr>
        </p:nvSpPr>
        <p:spPr>
          <a:xfrm>
            <a:off x="5262725" y="1401575"/>
            <a:ext cx="3054000" cy="3054600"/>
          </a:xfrm>
          <a:prstGeom prst="roundRect">
            <a:avLst>
              <a:gd name="adj" fmla="val 7563"/>
            </a:avLst>
          </a:prstGeom>
          <a:noFill/>
          <a:ln>
            <a:noFill/>
          </a:ln>
        </p:spPr>
      </p:sp>
      <p:sp>
        <p:nvSpPr>
          <p:cNvPr id="107" name="Google Shape;107;p14"/>
          <p:cNvSpPr/>
          <p:nvPr/>
        </p:nvSpPr>
        <p:spPr>
          <a:xfrm>
            <a:off x="112887" y="4608575"/>
            <a:ext cx="1218985" cy="1218949"/>
          </a:xfrm>
          <a:custGeom>
            <a:avLst/>
            <a:gdLst/>
            <a:ahLst/>
            <a:cxnLst/>
            <a:rect l="l" t="t" r="r" b="b"/>
            <a:pathLst>
              <a:path w="14425" h="14425" fill="none" extrusionOk="0">
                <a:moveTo>
                  <a:pt x="11093" y="1777"/>
                </a:moveTo>
                <a:lnTo>
                  <a:pt x="10279" y="2570"/>
                </a:lnTo>
                <a:cubicBezTo>
                  <a:pt x="10247" y="2592"/>
                  <a:pt x="10226" y="2623"/>
                  <a:pt x="10205" y="2655"/>
                </a:cubicBezTo>
                <a:cubicBezTo>
                  <a:pt x="9666" y="2296"/>
                  <a:pt x="9073" y="2052"/>
                  <a:pt x="8460" y="1904"/>
                </a:cubicBezTo>
                <a:cubicBezTo>
                  <a:pt x="8471" y="1873"/>
                  <a:pt x="8481" y="1830"/>
                  <a:pt x="8481" y="1799"/>
                </a:cubicBezTo>
                <a:lnTo>
                  <a:pt x="8492" y="667"/>
                </a:lnTo>
                <a:cubicBezTo>
                  <a:pt x="8492" y="318"/>
                  <a:pt x="8206" y="22"/>
                  <a:pt x="7857" y="22"/>
                </a:cubicBezTo>
                <a:lnTo>
                  <a:pt x="6726" y="12"/>
                </a:lnTo>
                <a:cubicBezTo>
                  <a:pt x="6377" y="1"/>
                  <a:pt x="6081" y="286"/>
                  <a:pt x="6081" y="635"/>
                </a:cubicBezTo>
                <a:lnTo>
                  <a:pt x="6070" y="1767"/>
                </a:lnTo>
                <a:cubicBezTo>
                  <a:pt x="6070" y="1809"/>
                  <a:pt x="6070" y="1851"/>
                  <a:pt x="6081" y="1883"/>
                </a:cubicBezTo>
                <a:cubicBezTo>
                  <a:pt x="5478" y="2010"/>
                  <a:pt x="4897" y="2232"/>
                  <a:pt x="4368" y="2560"/>
                </a:cubicBezTo>
                <a:cubicBezTo>
                  <a:pt x="4347" y="2528"/>
                  <a:pt x="4326" y="2507"/>
                  <a:pt x="4294" y="2475"/>
                </a:cubicBezTo>
                <a:lnTo>
                  <a:pt x="3511" y="1672"/>
                </a:lnTo>
                <a:cubicBezTo>
                  <a:pt x="3268" y="1418"/>
                  <a:pt x="2856" y="1407"/>
                  <a:pt x="2602" y="1651"/>
                </a:cubicBezTo>
                <a:lnTo>
                  <a:pt x="1798" y="2444"/>
                </a:lnTo>
                <a:cubicBezTo>
                  <a:pt x="1545" y="2687"/>
                  <a:pt x="1534" y="3089"/>
                  <a:pt x="1777" y="3342"/>
                </a:cubicBezTo>
                <a:lnTo>
                  <a:pt x="2570" y="4157"/>
                </a:lnTo>
                <a:cubicBezTo>
                  <a:pt x="2591" y="4178"/>
                  <a:pt x="2623" y="4210"/>
                  <a:pt x="2655" y="4231"/>
                </a:cubicBezTo>
                <a:cubicBezTo>
                  <a:pt x="2295" y="4770"/>
                  <a:pt x="2052" y="5352"/>
                  <a:pt x="1904" y="5965"/>
                </a:cubicBezTo>
                <a:cubicBezTo>
                  <a:pt x="1872" y="5965"/>
                  <a:pt x="1830" y="5954"/>
                  <a:pt x="1798" y="5954"/>
                </a:cubicBezTo>
                <a:lnTo>
                  <a:pt x="667" y="5944"/>
                </a:lnTo>
                <a:cubicBezTo>
                  <a:pt x="498" y="5944"/>
                  <a:pt x="329" y="6007"/>
                  <a:pt x="212" y="6123"/>
                </a:cubicBezTo>
                <a:lnTo>
                  <a:pt x="212" y="6123"/>
                </a:lnTo>
                <a:cubicBezTo>
                  <a:pt x="85" y="6240"/>
                  <a:pt x="22" y="6398"/>
                  <a:pt x="22" y="6578"/>
                </a:cubicBezTo>
                <a:lnTo>
                  <a:pt x="1" y="7710"/>
                </a:lnTo>
                <a:lnTo>
                  <a:pt x="1" y="7710"/>
                </a:lnTo>
                <a:cubicBezTo>
                  <a:pt x="1" y="8059"/>
                  <a:pt x="286" y="8344"/>
                  <a:pt x="635" y="8355"/>
                </a:cubicBezTo>
                <a:lnTo>
                  <a:pt x="1767" y="8365"/>
                </a:lnTo>
                <a:cubicBezTo>
                  <a:pt x="1809" y="8365"/>
                  <a:pt x="1841" y="8355"/>
                  <a:pt x="1883" y="8355"/>
                </a:cubicBezTo>
                <a:cubicBezTo>
                  <a:pt x="2010" y="8947"/>
                  <a:pt x="2232" y="9528"/>
                  <a:pt x="2560" y="10068"/>
                </a:cubicBezTo>
                <a:cubicBezTo>
                  <a:pt x="2528" y="10089"/>
                  <a:pt x="2507" y="10110"/>
                  <a:pt x="2475" y="10131"/>
                </a:cubicBezTo>
                <a:lnTo>
                  <a:pt x="1661" y="10924"/>
                </a:lnTo>
                <a:cubicBezTo>
                  <a:pt x="1407" y="11167"/>
                  <a:pt x="1407" y="11569"/>
                  <a:pt x="1650" y="11823"/>
                </a:cubicBezTo>
                <a:lnTo>
                  <a:pt x="2433" y="12637"/>
                </a:lnTo>
                <a:cubicBezTo>
                  <a:pt x="2687" y="12891"/>
                  <a:pt x="3088" y="12891"/>
                  <a:pt x="3342" y="12648"/>
                </a:cubicBezTo>
                <a:lnTo>
                  <a:pt x="4156" y="11865"/>
                </a:lnTo>
                <a:cubicBezTo>
                  <a:pt x="4178" y="11834"/>
                  <a:pt x="4199" y="11812"/>
                  <a:pt x="4220" y="11781"/>
                </a:cubicBezTo>
                <a:cubicBezTo>
                  <a:pt x="4759" y="12130"/>
                  <a:pt x="5351" y="12383"/>
                  <a:pt x="5965" y="12521"/>
                </a:cubicBezTo>
                <a:cubicBezTo>
                  <a:pt x="5954" y="12563"/>
                  <a:pt x="5954" y="12595"/>
                  <a:pt x="5954" y="12637"/>
                </a:cubicBezTo>
                <a:lnTo>
                  <a:pt x="5943" y="13769"/>
                </a:lnTo>
                <a:cubicBezTo>
                  <a:pt x="5943" y="13938"/>
                  <a:pt x="6007" y="14096"/>
                  <a:pt x="6123" y="14223"/>
                </a:cubicBezTo>
                <a:cubicBezTo>
                  <a:pt x="6240" y="14340"/>
                  <a:pt x="6398" y="14414"/>
                  <a:pt x="6567" y="14414"/>
                </a:cubicBezTo>
                <a:lnTo>
                  <a:pt x="7699" y="14424"/>
                </a:lnTo>
                <a:lnTo>
                  <a:pt x="7699" y="14424"/>
                </a:lnTo>
                <a:cubicBezTo>
                  <a:pt x="7879" y="14424"/>
                  <a:pt x="8037" y="14361"/>
                  <a:pt x="8154" y="14245"/>
                </a:cubicBezTo>
                <a:cubicBezTo>
                  <a:pt x="8270" y="14128"/>
                  <a:pt x="8344" y="13970"/>
                  <a:pt x="8344" y="13790"/>
                </a:cubicBezTo>
                <a:lnTo>
                  <a:pt x="8365" y="12658"/>
                </a:lnTo>
                <a:cubicBezTo>
                  <a:pt x="8365" y="12627"/>
                  <a:pt x="8354" y="12584"/>
                  <a:pt x="8354" y="12553"/>
                </a:cubicBezTo>
                <a:cubicBezTo>
                  <a:pt x="8947" y="12426"/>
                  <a:pt x="9528" y="12193"/>
                  <a:pt x="10067" y="11865"/>
                </a:cubicBezTo>
                <a:cubicBezTo>
                  <a:pt x="10078" y="11897"/>
                  <a:pt x="10110" y="11929"/>
                  <a:pt x="10131" y="11950"/>
                </a:cubicBezTo>
                <a:lnTo>
                  <a:pt x="10924" y="12764"/>
                </a:lnTo>
                <a:cubicBezTo>
                  <a:pt x="11167" y="13018"/>
                  <a:pt x="11569" y="13028"/>
                  <a:pt x="11823" y="12785"/>
                </a:cubicBezTo>
                <a:lnTo>
                  <a:pt x="12637" y="11992"/>
                </a:lnTo>
                <a:cubicBezTo>
                  <a:pt x="12891" y="11749"/>
                  <a:pt x="12891" y="11347"/>
                  <a:pt x="12648" y="11093"/>
                </a:cubicBezTo>
                <a:lnTo>
                  <a:pt x="11865" y="10279"/>
                </a:lnTo>
                <a:cubicBezTo>
                  <a:pt x="11833" y="10247"/>
                  <a:pt x="11812" y="10226"/>
                  <a:pt x="11780" y="10205"/>
                </a:cubicBezTo>
                <a:cubicBezTo>
                  <a:pt x="12129" y="9666"/>
                  <a:pt x="12383" y="9074"/>
                  <a:pt x="12521" y="8460"/>
                </a:cubicBezTo>
                <a:cubicBezTo>
                  <a:pt x="12563" y="8471"/>
                  <a:pt x="12595" y="8482"/>
                  <a:pt x="12637" y="8482"/>
                </a:cubicBezTo>
                <a:lnTo>
                  <a:pt x="13768" y="8492"/>
                </a:lnTo>
                <a:cubicBezTo>
                  <a:pt x="13938" y="8492"/>
                  <a:pt x="14096" y="8418"/>
                  <a:pt x="14213" y="8312"/>
                </a:cubicBezTo>
                <a:cubicBezTo>
                  <a:pt x="14339" y="8196"/>
                  <a:pt x="14414" y="8037"/>
                  <a:pt x="14414" y="7858"/>
                </a:cubicBezTo>
                <a:lnTo>
                  <a:pt x="14424" y="6726"/>
                </a:lnTo>
                <a:cubicBezTo>
                  <a:pt x="14424" y="6377"/>
                  <a:pt x="14149" y="6092"/>
                  <a:pt x="13790" y="6081"/>
                </a:cubicBezTo>
                <a:lnTo>
                  <a:pt x="12658" y="6071"/>
                </a:lnTo>
                <a:cubicBezTo>
                  <a:pt x="12626" y="6071"/>
                  <a:pt x="12584" y="6071"/>
                  <a:pt x="12552" y="6081"/>
                </a:cubicBezTo>
                <a:cubicBezTo>
                  <a:pt x="12426" y="5478"/>
                  <a:pt x="12193" y="4907"/>
                  <a:pt x="11865" y="4368"/>
                </a:cubicBezTo>
                <a:cubicBezTo>
                  <a:pt x="11897" y="4347"/>
                  <a:pt x="11929" y="4326"/>
                  <a:pt x="11950" y="4294"/>
                </a:cubicBezTo>
                <a:lnTo>
                  <a:pt x="12764" y="3512"/>
                </a:lnTo>
                <a:cubicBezTo>
                  <a:pt x="13018" y="3268"/>
                  <a:pt x="13028" y="2856"/>
                  <a:pt x="12774" y="2602"/>
                </a:cubicBezTo>
                <a:lnTo>
                  <a:pt x="11992" y="1799"/>
                </a:lnTo>
                <a:cubicBezTo>
                  <a:pt x="11749" y="1545"/>
                  <a:pt x="11336" y="1534"/>
                  <a:pt x="11093" y="1777"/>
                </a:cubicBezTo>
                <a:close/>
                <a:moveTo>
                  <a:pt x="9296" y="9370"/>
                </a:moveTo>
                <a:cubicBezTo>
                  <a:pt x="8111" y="10522"/>
                  <a:pt x="6208" y="10491"/>
                  <a:pt x="5066" y="9306"/>
                </a:cubicBezTo>
                <a:cubicBezTo>
                  <a:pt x="3913" y="8111"/>
                  <a:pt x="3945" y="6208"/>
                  <a:pt x="5129" y="5066"/>
                </a:cubicBezTo>
                <a:cubicBezTo>
                  <a:pt x="6314" y="3913"/>
                  <a:pt x="8217" y="3945"/>
                  <a:pt x="9370" y="5129"/>
                </a:cubicBezTo>
                <a:cubicBezTo>
                  <a:pt x="10512" y="6314"/>
                  <a:pt x="10490" y="8217"/>
                  <a:pt x="9296" y="9370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1057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24"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" name="Google Shape;205;p24"/>
          <p:cNvGrpSpPr/>
          <p:nvPr/>
        </p:nvGrpSpPr>
        <p:grpSpPr>
          <a:xfrm>
            <a:off x="501750" y="479912"/>
            <a:ext cx="8140500" cy="4188266"/>
            <a:chOff x="501750" y="479912"/>
            <a:chExt cx="8140500" cy="4188266"/>
          </a:xfrm>
        </p:grpSpPr>
        <p:sp>
          <p:nvSpPr>
            <p:cNvPr id="206" name="Google Shape;206;p24"/>
            <p:cNvSpPr/>
            <p:nvPr/>
          </p:nvSpPr>
          <p:spPr>
            <a:xfrm>
              <a:off x="501750" y="539500"/>
              <a:ext cx="8140500" cy="4069200"/>
            </a:xfrm>
            <a:prstGeom prst="roundRect">
              <a:avLst>
                <a:gd name="adj" fmla="val 2822"/>
              </a:avLst>
            </a:prstGeom>
            <a:noFill/>
            <a:ln w="9525" cap="flat" cmpd="sng">
              <a:solidFill>
                <a:schemeClr val="accent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07" name="Google Shape;207;p24"/>
            <p:cNvGrpSpPr/>
            <p:nvPr/>
          </p:nvGrpSpPr>
          <p:grpSpPr>
            <a:xfrm>
              <a:off x="1469140" y="479912"/>
              <a:ext cx="118495" cy="119191"/>
              <a:chOff x="4512753" y="952912"/>
              <a:chExt cx="118495" cy="119191"/>
            </a:xfrm>
          </p:grpSpPr>
          <p:sp>
            <p:nvSpPr>
              <p:cNvPr id="208" name="Google Shape;208;p24"/>
              <p:cNvSpPr/>
              <p:nvPr/>
            </p:nvSpPr>
            <p:spPr>
              <a:xfrm>
                <a:off x="4540464" y="980619"/>
                <a:ext cx="63074" cy="63776"/>
              </a:xfrm>
              <a:custGeom>
                <a:avLst/>
                <a:gdLst/>
                <a:ahLst/>
                <a:cxnLst/>
                <a:rect l="l" t="t" r="r" b="b"/>
                <a:pathLst>
                  <a:path w="890" h="900" extrusionOk="0">
                    <a:moveTo>
                      <a:pt x="445" y="0"/>
                    </a:moveTo>
                    <a:cubicBezTo>
                      <a:pt x="202" y="0"/>
                      <a:pt x="1" y="201"/>
                      <a:pt x="1" y="455"/>
                    </a:cubicBezTo>
                    <a:cubicBezTo>
                      <a:pt x="1" y="698"/>
                      <a:pt x="202" y="899"/>
                      <a:pt x="445" y="899"/>
                    </a:cubicBezTo>
                    <a:cubicBezTo>
                      <a:pt x="688" y="899"/>
                      <a:pt x="889" y="698"/>
                      <a:pt x="889" y="455"/>
                    </a:cubicBezTo>
                    <a:cubicBezTo>
                      <a:pt x="889" y="201"/>
                      <a:pt x="688" y="0"/>
                      <a:pt x="44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" name="Google Shape;209;p24"/>
              <p:cNvSpPr/>
              <p:nvPr/>
            </p:nvSpPr>
            <p:spPr>
              <a:xfrm>
                <a:off x="4512753" y="952912"/>
                <a:ext cx="118495" cy="119191"/>
              </a:xfrm>
              <a:custGeom>
                <a:avLst/>
                <a:gdLst/>
                <a:ahLst/>
                <a:cxnLst/>
                <a:rect l="l" t="t" r="r" b="b"/>
                <a:pathLst>
                  <a:path w="1672" h="1682" extrusionOk="0">
                    <a:moveTo>
                      <a:pt x="836" y="106"/>
                    </a:moveTo>
                    <a:cubicBezTo>
                      <a:pt x="1238" y="106"/>
                      <a:pt x="1566" y="434"/>
                      <a:pt x="1566" y="846"/>
                    </a:cubicBezTo>
                    <a:cubicBezTo>
                      <a:pt x="1566" y="1248"/>
                      <a:pt x="1238" y="1576"/>
                      <a:pt x="836" y="1576"/>
                    </a:cubicBezTo>
                    <a:cubicBezTo>
                      <a:pt x="434" y="1576"/>
                      <a:pt x="106" y="1248"/>
                      <a:pt x="106" y="846"/>
                    </a:cubicBezTo>
                    <a:cubicBezTo>
                      <a:pt x="106" y="434"/>
                      <a:pt x="434" y="106"/>
                      <a:pt x="836" y="106"/>
                    </a:cubicBezTo>
                    <a:close/>
                    <a:moveTo>
                      <a:pt x="836" y="0"/>
                    </a:moveTo>
                    <a:cubicBezTo>
                      <a:pt x="371" y="0"/>
                      <a:pt x="1" y="381"/>
                      <a:pt x="1" y="846"/>
                    </a:cubicBezTo>
                    <a:cubicBezTo>
                      <a:pt x="1" y="1301"/>
                      <a:pt x="371" y="1681"/>
                      <a:pt x="836" y="1681"/>
                    </a:cubicBezTo>
                    <a:cubicBezTo>
                      <a:pt x="1301" y="1681"/>
                      <a:pt x="1671" y="1301"/>
                      <a:pt x="1671" y="846"/>
                    </a:cubicBezTo>
                    <a:cubicBezTo>
                      <a:pt x="1671" y="381"/>
                      <a:pt x="1301" y="0"/>
                      <a:pt x="83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0" name="Google Shape;210;p24"/>
            <p:cNvGrpSpPr/>
            <p:nvPr/>
          </p:nvGrpSpPr>
          <p:grpSpPr>
            <a:xfrm>
              <a:off x="7556365" y="4548987"/>
              <a:ext cx="118495" cy="119191"/>
              <a:chOff x="4512753" y="952912"/>
              <a:chExt cx="118495" cy="119191"/>
            </a:xfrm>
          </p:grpSpPr>
          <p:sp>
            <p:nvSpPr>
              <p:cNvPr id="211" name="Google Shape;211;p24"/>
              <p:cNvSpPr/>
              <p:nvPr/>
            </p:nvSpPr>
            <p:spPr>
              <a:xfrm>
                <a:off x="4540464" y="980619"/>
                <a:ext cx="63074" cy="63776"/>
              </a:xfrm>
              <a:custGeom>
                <a:avLst/>
                <a:gdLst/>
                <a:ahLst/>
                <a:cxnLst/>
                <a:rect l="l" t="t" r="r" b="b"/>
                <a:pathLst>
                  <a:path w="890" h="900" extrusionOk="0">
                    <a:moveTo>
                      <a:pt x="445" y="0"/>
                    </a:moveTo>
                    <a:cubicBezTo>
                      <a:pt x="202" y="0"/>
                      <a:pt x="1" y="201"/>
                      <a:pt x="1" y="455"/>
                    </a:cubicBezTo>
                    <a:cubicBezTo>
                      <a:pt x="1" y="698"/>
                      <a:pt x="202" y="899"/>
                      <a:pt x="445" y="899"/>
                    </a:cubicBezTo>
                    <a:cubicBezTo>
                      <a:pt x="688" y="899"/>
                      <a:pt x="889" y="698"/>
                      <a:pt x="889" y="455"/>
                    </a:cubicBezTo>
                    <a:cubicBezTo>
                      <a:pt x="889" y="201"/>
                      <a:pt x="688" y="0"/>
                      <a:pt x="44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Google Shape;212;p24"/>
              <p:cNvSpPr/>
              <p:nvPr/>
            </p:nvSpPr>
            <p:spPr>
              <a:xfrm>
                <a:off x="4512753" y="952912"/>
                <a:ext cx="118495" cy="119191"/>
              </a:xfrm>
              <a:custGeom>
                <a:avLst/>
                <a:gdLst/>
                <a:ahLst/>
                <a:cxnLst/>
                <a:rect l="l" t="t" r="r" b="b"/>
                <a:pathLst>
                  <a:path w="1672" h="1682" extrusionOk="0">
                    <a:moveTo>
                      <a:pt x="836" y="106"/>
                    </a:moveTo>
                    <a:cubicBezTo>
                      <a:pt x="1238" y="106"/>
                      <a:pt x="1566" y="434"/>
                      <a:pt x="1566" y="846"/>
                    </a:cubicBezTo>
                    <a:cubicBezTo>
                      <a:pt x="1566" y="1248"/>
                      <a:pt x="1238" y="1576"/>
                      <a:pt x="836" y="1576"/>
                    </a:cubicBezTo>
                    <a:cubicBezTo>
                      <a:pt x="434" y="1576"/>
                      <a:pt x="106" y="1248"/>
                      <a:pt x="106" y="846"/>
                    </a:cubicBezTo>
                    <a:cubicBezTo>
                      <a:pt x="106" y="434"/>
                      <a:pt x="434" y="106"/>
                      <a:pt x="836" y="106"/>
                    </a:cubicBezTo>
                    <a:close/>
                    <a:moveTo>
                      <a:pt x="836" y="0"/>
                    </a:moveTo>
                    <a:cubicBezTo>
                      <a:pt x="371" y="0"/>
                      <a:pt x="1" y="381"/>
                      <a:pt x="1" y="846"/>
                    </a:cubicBezTo>
                    <a:cubicBezTo>
                      <a:pt x="1" y="1301"/>
                      <a:pt x="371" y="1681"/>
                      <a:pt x="836" y="1681"/>
                    </a:cubicBezTo>
                    <a:cubicBezTo>
                      <a:pt x="1301" y="1681"/>
                      <a:pt x="1671" y="1301"/>
                      <a:pt x="1671" y="846"/>
                    </a:cubicBezTo>
                    <a:cubicBezTo>
                      <a:pt x="1671" y="381"/>
                      <a:pt x="1301" y="0"/>
                      <a:pt x="83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25">
    <p:bg>
      <p:bgPr>
        <a:solidFill>
          <a:schemeClr val="dk2"/>
        </a:solidFill>
        <a:effectLst/>
      </p:bgPr>
    </p:bg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5"/>
          <p:cNvSpPr/>
          <p:nvPr/>
        </p:nvSpPr>
        <p:spPr>
          <a:xfrm>
            <a:off x="7942124" y="4608568"/>
            <a:ext cx="959003" cy="949573"/>
          </a:xfrm>
          <a:custGeom>
            <a:avLst/>
            <a:gdLst/>
            <a:ahLst/>
            <a:cxnLst/>
            <a:rect l="l" t="t" r="r" b="b"/>
            <a:pathLst>
              <a:path w="10533" h="10430" extrusionOk="0">
                <a:moveTo>
                  <a:pt x="5270" y="3004"/>
                </a:moveTo>
                <a:cubicBezTo>
                  <a:pt x="6208" y="3004"/>
                  <a:pt x="7080" y="3606"/>
                  <a:pt x="7371" y="4546"/>
                </a:cubicBezTo>
                <a:cubicBezTo>
                  <a:pt x="7741" y="5709"/>
                  <a:pt x="7096" y="6957"/>
                  <a:pt x="5933" y="7327"/>
                </a:cubicBezTo>
                <a:cubicBezTo>
                  <a:pt x="5715" y="7395"/>
                  <a:pt x="5494" y="7427"/>
                  <a:pt x="5276" y="7427"/>
                </a:cubicBezTo>
                <a:cubicBezTo>
                  <a:pt x="4333" y="7427"/>
                  <a:pt x="3454" y="6824"/>
                  <a:pt x="3162" y="5879"/>
                </a:cubicBezTo>
                <a:cubicBezTo>
                  <a:pt x="2792" y="4715"/>
                  <a:pt x="3437" y="3478"/>
                  <a:pt x="4600" y="3108"/>
                </a:cubicBezTo>
                <a:cubicBezTo>
                  <a:pt x="4823" y="3037"/>
                  <a:pt x="5048" y="3004"/>
                  <a:pt x="5270" y="3004"/>
                </a:cubicBezTo>
                <a:close/>
                <a:moveTo>
                  <a:pt x="4197" y="0"/>
                </a:moveTo>
                <a:cubicBezTo>
                  <a:pt x="4151" y="0"/>
                  <a:pt x="4106" y="7"/>
                  <a:pt x="4061" y="20"/>
                </a:cubicBezTo>
                <a:lnTo>
                  <a:pt x="3268" y="274"/>
                </a:lnTo>
                <a:cubicBezTo>
                  <a:pt x="3014" y="348"/>
                  <a:pt x="2877" y="623"/>
                  <a:pt x="2961" y="866"/>
                </a:cubicBezTo>
                <a:lnTo>
                  <a:pt x="3215" y="1659"/>
                </a:lnTo>
                <a:cubicBezTo>
                  <a:pt x="3215" y="1691"/>
                  <a:pt x="3226" y="1712"/>
                  <a:pt x="3247" y="1733"/>
                </a:cubicBezTo>
                <a:cubicBezTo>
                  <a:pt x="2834" y="1977"/>
                  <a:pt x="2475" y="2283"/>
                  <a:pt x="2179" y="2643"/>
                </a:cubicBezTo>
                <a:cubicBezTo>
                  <a:pt x="2158" y="2622"/>
                  <a:pt x="2126" y="2611"/>
                  <a:pt x="2105" y="2590"/>
                </a:cubicBezTo>
                <a:lnTo>
                  <a:pt x="1365" y="2209"/>
                </a:lnTo>
                <a:cubicBezTo>
                  <a:pt x="1297" y="2179"/>
                  <a:pt x="1225" y="2162"/>
                  <a:pt x="1155" y="2162"/>
                </a:cubicBezTo>
                <a:cubicBezTo>
                  <a:pt x="1104" y="2162"/>
                  <a:pt x="1054" y="2171"/>
                  <a:pt x="1005" y="2188"/>
                </a:cubicBezTo>
                <a:cubicBezTo>
                  <a:pt x="878" y="2220"/>
                  <a:pt x="783" y="2304"/>
                  <a:pt x="730" y="2421"/>
                </a:cubicBezTo>
                <a:lnTo>
                  <a:pt x="349" y="3161"/>
                </a:lnTo>
                <a:cubicBezTo>
                  <a:pt x="233" y="3394"/>
                  <a:pt x="318" y="3679"/>
                  <a:pt x="550" y="3795"/>
                </a:cubicBezTo>
                <a:lnTo>
                  <a:pt x="1291" y="4176"/>
                </a:lnTo>
                <a:cubicBezTo>
                  <a:pt x="1322" y="4187"/>
                  <a:pt x="1343" y="4197"/>
                  <a:pt x="1375" y="4208"/>
                </a:cubicBezTo>
                <a:cubicBezTo>
                  <a:pt x="1259" y="4641"/>
                  <a:pt x="1217" y="5096"/>
                  <a:pt x="1259" y="5561"/>
                </a:cubicBezTo>
                <a:cubicBezTo>
                  <a:pt x="1227" y="5561"/>
                  <a:pt x="1206" y="5572"/>
                  <a:pt x="1174" y="5572"/>
                </a:cubicBezTo>
                <a:lnTo>
                  <a:pt x="381" y="5826"/>
                </a:lnTo>
                <a:cubicBezTo>
                  <a:pt x="138" y="5910"/>
                  <a:pt x="0" y="6175"/>
                  <a:pt x="75" y="6418"/>
                </a:cubicBezTo>
                <a:lnTo>
                  <a:pt x="328" y="7211"/>
                </a:lnTo>
                <a:cubicBezTo>
                  <a:pt x="388" y="7414"/>
                  <a:pt x="569" y="7543"/>
                  <a:pt x="769" y="7543"/>
                </a:cubicBezTo>
                <a:cubicBezTo>
                  <a:pt x="819" y="7543"/>
                  <a:pt x="870" y="7535"/>
                  <a:pt x="920" y="7518"/>
                </a:cubicBezTo>
                <a:lnTo>
                  <a:pt x="1714" y="7274"/>
                </a:lnTo>
                <a:cubicBezTo>
                  <a:pt x="1735" y="7264"/>
                  <a:pt x="1766" y="7253"/>
                  <a:pt x="1788" y="7243"/>
                </a:cubicBezTo>
                <a:cubicBezTo>
                  <a:pt x="2031" y="7655"/>
                  <a:pt x="2337" y="8004"/>
                  <a:pt x="2686" y="8300"/>
                </a:cubicBezTo>
                <a:cubicBezTo>
                  <a:pt x="2676" y="8321"/>
                  <a:pt x="2655" y="8353"/>
                  <a:pt x="2644" y="8374"/>
                </a:cubicBezTo>
                <a:lnTo>
                  <a:pt x="2263" y="9114"/>
                </a:lnTo>
                <a:cubicBezTo>
                  <a:pt x="2211" y="9231"/>
                  <a:pt x="2200" y="9358"/>
                  <a:pt x="2232" y="9474"/>
                </a:cubicBezTo>
                <a:cubicBezTo>
                  <a:pt x="2274" y="9601"/>
                  <a:pt x="2359" y="9696"/>
                  <a:pt x="2464" y="9749"/>
                </a:cubicBezTo>
                <a:lnTo>
                  <a:pt x="3215" y="10129"/>
                </a:lnTo>
                <a:cubicBezTo>
                  <a:pt x="3279" y="10168"/>
                  <a:pt x="3353" y="10187"/>
                  <a:pt x="3426" y="10187"/>
                </a:cubicBezTo>
                <a:cubicBezTo>
                  <a:pt x="3474" y="10187"/>
                  <a:pt x="3522" y="10178"/>
                  <a:pt x="3564" y="10161"/>
                </a:cubicBezTo>
                <a:cubicBezTo>
                  <a:pt x="3680" y="10129"/>
                  <a:pt x="3786" y="10045"/>
                  <a:pt x="3850" y="9929"/>
                </a:cubicBezTo>
                <a:lnTo>
                  <a:pt x="4230" y="9188"/>
                </a:lnTo>
                <a:cubicBezTo>
                  <a:pt x="4241" y="9157"/>
                  <a:pt x="4251" y="9135"/>
                  <a:pt x="4251" y="9114"/>
                </a:cubicBezTo>
                <a:cubicBezTo>
                  <a:pt x="4581" y="9193"/>
                  <a:pt x="4916" y="9236"/>
                  <a:pt x="5257" y="9236"/>
                </a:cubicBezTo>
                <a:cubicBezTo>
                  <a:pt x="5376" y="9236"/>
                  <a:pt x="5495" y="9231"/>
                  <a:pt x="5615" y="9220"/>
                </a:cubicBezTo>
                <a:cubicBezTo>
                  <a:pt x="5615" y="9252"/>
                  <a:pt x="5615" y="9273"/>
                  <a:pt x="5626" y="9305"/>
                </a:cubicBezTo>
                <a:lnTo>
                  <a:pt x="5880" y="10098"/>
                </a:lnTo>
                <a:cubicBezTo>
                  <a:pt x="5939" y="10301"/>
                  <a:pt x="6120" y="10429"/>
                  <a:pt x="6320" y="10429"/>
                </a:cubicBezTo>
                <a:cubicBezTo>
                  <a:pt x="6370" y="10429"/>
                  <a:pt x="6421" y="10421"/>
                  <a:pt x="6472" y="10404"/>
                </a:cubicBezTo>
                <a:lnTo>
                  <a:pt x="7265" y="10151"/>
                </a:lnTo>
                <a:cubicBezTo>
                  <a:pt x="7508" y="10077"/>
                  <a:pt x="7646" y="9812"/>
                  <a:pt x="7572" y="9569"/>
                </a:cubicBezTo>
                <a:lnTo>
                  <a:pt x="7318" y="8765"/>
                </a:lnTo>
                <a:cubicBezTo>
                  <a:pt x="7318" y="8744"/>
                  <a:pt x="7297" y="8713"/>
                  <a:pt x="7286" y="8691"/>
                </a:cubicBezTo>
                <a:cubicBezTo>
                  <a:pt x="7699" y="8459"/>
                  <a:pt x="8058" y="8142"/>
                  <a:pt x="8354" y="7793"/>
                </a:cubicBezTo>
                <a:cubicBezTo>
                  <a:pt x="8375" y="7803"/>
                  <a:pt x="8397" y="7824"/>
                  <a:pt x="8428" y="7835"/>
                </a:cubicBezTo>
                <a:lnTo>
                  <a:pt x="9168" y="8216"/>
                </a:lnTo>
                <a:cubicBezTo>
                  <a:pt x="9237" y="8253"/>
                  <a:pt x="9308" y="8268"/>
                  <a:pt x="9379" y="8268"/>
                </a:cubicBezTo>
                <a:cubicBezTo>
                  <a:pt x="9430" y="8268"/>
                  <a:pt x="9480" y="8260"/>
                  <a:pt x="9528" y="8247"/>
                </a:cubicBezTo>
                <a:cubicBezTo>
                  <a:pt x="9644" y="8205"/>
                  <a:pt x="9739" y="8131"/>
                  <a:pt x="9803" y="8015"/>
                </a:cubicBezTo>
                <a:lnTo>
                  <a:pt x="10184" y="7274"/>
                </a:lnTo>
                <a:cubicBezTo>
                  <a:pt x="10300" y="7042"/>
                  <a:pt x="10205" y="6756"/>
                  <a:pt x="9983" y="6640"/>
                </a:cubicBezTo>
                <a:lnTo>
                  <a:pt x="9232" y="6259"/>
                </a:lnTo>
                <a:cubicBezTo>
                  <a:pt x="9211" y="6238"/>
                  <a:pt x="9190" y="6228"/>
                  <a:pt x="9158" y="6228"/>
                </a:cubicBezTo>
                <a:cubicBezTo>
                  <a:pt x="9274" y="5794"/>
                  <a:pt x="9316" y="5329"/>
                  <a:pt x="9274" y="4874"/>
                </a:cubicBezTo>
                <a:cubicBezTo>
                  <a:pt x="9295" y="4863"/>
                  <a:pt x="9327" y="4863"/>
                  <a:pt x="9348" y="4853"/>
                </a:cubicBezTo>
                <a:lnTo>
                  <a:pt x="10152" y="4599"/>
                </a:lnTo>
                <a:cubicBezTo>
                  <a:pt x="10395" y="4525"/>
                  <a:pt x="10533" y="4261"/>
                  <a:pt x="10459" y="4007"/>
                </a:cubicBezTo>
                <a:lnTo>
                  <a:pt x="10205" y="3214"/>
                </a:lnTo>
                <a:cubicBezTo>
                  <a:pt x="10144" y="3015"/>
                  <a:pt x="9950" y="2887"/>
                  <a:pt x="9748" y="2887"/>
                </a:cubicBezTo>
                <a:cubicBezTo>
                  <a:pt x="9703" y="2887"/>
                  <a:pt x="9657" y="2894"/>
                  <a:pt x="9613" y="2907"/>
                </a:cubicBezTo>
                <a:lnTo>
                  <a:pt x="8819" y="3161"/>
                </a:lnTo>
                <a:cubicBezTo>
                  <a:pt x="8798" y="3172"/>
                  <a:pt x="8767" y="3182"/>
                  <a:pt x="8745" y="3193"/>
                </a:cubicBezTo>
                <a:cubicBezTo>
                  <a:pt x="8502" y="2780"/>
                  <a:pt x="8196" y="2421"/>
                  <a:pt x="7847" y="2125"/>
                </a:cubicBezTo>
                <a:cubicBezTo>
                  <a:pt x="7857" y="2104"/>
                  <a:pt x="7878" y="2082"/>
                  <a:pt x="7889" y="2051"/>
                </a:cubicBezTo>
                <a:lnTo>
                  <a:pt x="8270" y="1311"/>
                </a:lnTo>
                <a:cubicBezTo>
                  <a:pt x="8386" y="1078"/>
                  <a:pt x="8291" y="792"/>
                  <a:pt x="8069" y="676"/>
                </a:cubicBezTo>
                <a:lnTo>
                  <a:pt x="7318" y="295"/>
                </a:lnTo>
                <a:cubicBezTo>
                  <a:pt x="7250" y="261"/>
                  <a:pt x="7178" y="245"/>
                  <a:pt x="7108" y="245"/>
                </a:cubicBezTo>
                <a:cubicBezTo>
                  <a:pt x="6937" y="245"/>
                  <a:pt x="6773" y="339"/>
                  <a:pt x="6683" y="496"/>
                </a:cubicBezTo>
                <a:lnTo>
                  <a:pt x="6303" y="1247"/>
                </a:lnTo>
                <a:cubicBezTo>
                  <a:pt x="6292" y="1268"/>
                  <a:pt x="6282" y="1289"/>
                  <a:pt x="6271" y="1321"/>
                </a:cubicBezTo>
                <a:cubicBezTo>
                  <a:pt x="5948" y="1234"/>
                  <a:pt x="5612" y="1189"/>
                  <a:pt x="5270" y="1189"/>
                </a:cubicBezTo>
                <a:cubicBezTo>
                  <a:pt x="5153" y="1189"/>
                  <a:pt x="5036" y="1194"/>
                  <a:pt x="4918" y="1205"/>
                </a:cubicBezTo>
                <a:cubicBezTo>
                  <a:pt x="4918" y="1184"/>
                  <a:pt x="4907" y="1152"/>
                  <a:pt x="4907" y="1131"/>
                </a:cubicBezTo>
                <a:lnTo>
                  <a:pt x="4653" y="327"/>
                </a:lnTo>
                <a:cubicBezTo>
                  <a:pt x="4593" y="129"/>
                  <a:pt x="4398" y="0"/>
                  <a:pt x="419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25"/>
          <p:cNvSpPr/>
          <p:nvPr/>
        </p:nvSpPr>
        <p:spPr>
          <a:xfrm>
            <a:off x="-132025" y="-288800"/>
            <a:ext cx="854400" cy="828300"/>
          </a:xfrm>
          <a:prstGeom prst="roundRect">
            <a:avLst>
              <a:gd name="adj" fmla="val 16923"/>
            </a:avLst>
          </a:prstGeom>
          <a:noFill/>
          <a:ln w="9525" cap="flat" cmpd="sng">
            <a:solidFill>
              <a:schemeClr val="accent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noFill/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387600"/>
            <a:ext cx="7704000" cy="5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los Text ExtraBold"/>
              <a:buNone/>
              <a:defRPr sz="2800">
                <a:solidFill>
                  <a:schemeClr val="dk1"/>
                </a:solidFill>
                <a:latin typeface="Golos Text ExtraBold"/>
                <a:ea typeface="Golos Text ExtraBold"/>
                <a:cs typeface="Golos Text ExtraBold"/>
                <a:sym typeface="Golos Text Extra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los Text ExtraBold"/>
              <a:buNone/>
              <a:defRPr sz="2800">
                <a:solidFill>
                  <a:schemeClr val="dk1"/>
                </a:solidFill>
                <a:latin typeface="Golos Text ExtraBold"/>
                <a:ea typeface="Golos Text ExtraBold"/>
                <a:cs typeface="Golos Text ExtraBold"/>
                <a:sym typeface="Golos Text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los Text ExtraBold"/>
              <a:buNone/>
              <a:defRPr sz="2800">
                <a:solidFill>
                  <a:schemeClr val="dk1"/>
                </a:solidFill>
                <a:latin typeface="Golos Text ExtraBold"/>
                <a:ea typeface="Golos Text ExtraBold"/>
                <a:cs typeface="Golos Text ExtraBold"/>
                <a:sym typeface="Golos Text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los Text ExtraBold"/>
              <a:buNone/>
              <a:defRPr sz="2800">
                <a:solidFill>
                  <a:schemeClr val="dk1"/>
                </a:solidFill>
                <a:latin typeface="Golos Text ExtraBold"/>
                <a:ea typeface="Golos Text ExtraBold"/>
                <a:cs typeface="Golos Text ExtraBold"/>
                <a:sym typeface="Golos Text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los Text ExtraBold"/>
              <a:buNone/>
              <a:defRPr sz="2800">
                <a:solidFill>
                  <a:schemeClr val="dk1"/>
                </a:solidFill>
                <a:latin typeface="Golos Text ExtraBold"/>
                <a:ea typeface="Golos Text ExtraBold"/>
                <a:cs typeface="Golos Text ExtraBold"/>
                <a:sym typeface="Golos Text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los Text ExtraBold"/>
              <a:buNone/>
              <a:defRPr sz="2800">
                <a:solidFill>
                  <a:schemeClr val="dk1"/>
                </a:solidFill>
                <a:latin typeface="Golos Text ExtraBold"/>
                <a:ea typeface="Golos Text ExtraBold"/>
                <a:cs typeface="Golos Text ExtraBold"/>
                <a:sym typeface="Golos Text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los Text ExtraBold"/>
              <a:buNone/>
              <a:defRPr sz="2800">
                <a:solidFill>
                  <a:schemeClr val="dk1"/>
                </a:solidFill>
                <a:latin typeface="Golos Text ExtraBold"/>
                <a:ea typeface="Golos Text ExtraBold"/>
                <a:cs typeface="Golos Text ExtraBold"/>
                <a:sym typeface="Golos Text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los Text ExtraBold"/>
              <a:buNone/>
              <a:defRPr sz="2800">
                <a:solidFill>
                  <a:schemeClr val="dk1"/>
                </a:solidFill>
                <a:latin typeface="Golos Text ExtraBold"/>
                <a:ea typeface="Golos Text ExtraBold"/>
                <a:cs typeface="Golos Text ExtraBold"/>
                <a:sym typeface="Golos Text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los Text ExtraBold"/>
              <a:buNone/>
              <a:defRPr sz="2800">
                <a:solidFill>
                  <a:schemeClr val="dk1"/>
                </a:solidFill>
                <a:latin typeface="Golos Text ExtraBold"/>
                <a:ea typeface="Golos Text ExtraBold"/>
                <a:cs typeface="Golos Text ExtraBold"/>
                <a:sym typeface="Golos Text Extra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300850"/>
            <a:ext cx="7704000" cy="326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●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○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■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●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○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■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●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○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■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  <p:sldLayoutId id="2147483654" r:id="rId3"/>
    <p:sldLayoutId id="2147483655" r:id="rId4"/>
    <p:sldLayoutId id="2147483658" r:id="rId5"/>
    <p:sldLayoutId id="2147483659" r:id="rId6"/>
    <p:sldLayoutId id="2147483660" r:id="rId7"/>
    <p:sldLayoutId id="2147483670" r:id="rId8"/>
    <p:sldLayoutId id="2147483671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E2A47"/>
        </a:solidFill>
        <a:effectLst/>
      </p:bgPr>
    </p:bg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6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218" name="Google Shape;218;p26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2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gi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9"/>
          <p:cNvSpPr txBox="1">
            <a:spLocks noGrp="1"/>
          </p:cNvSpPr>
          <p:nvPr>
            <p:ph type="ctrTitle"/>
          </p:nvPr>
        </p:nvSpPr>
        <p:spPr>
          <a:xfrm>
            <a:off x="820748" y="603174"/>
            <a:ext cx="4735765" cy="283633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SIMULADOR DE SISTEMA DE SEMAFOROS </a:t>
            </a:r>
            <a:r>
              <a:rPr lang="en" dirty="0">
                <a:solidFill>
                  <a:schemeClr val="dk1"/>
                </a:solidFill>
                <a:highlight>
                  <a:srgbClr val="C0C0C0"/>
                </a:highlight>
              </a:rPr>
              <a:t>INTELIGENTE</a:t>
            </a:r>
            <a:endParaRPr dirty="0">
              <a:solidFill>
                <a:schemeClr val="dk1"/>
              </a:solidFill>
              <a:highlight>
                <a:srgbClr val="C0C0C0"/>
              </a:highlight>
            </a:endParaRPr>
          </a:p>
        </p:txBody>
      </p:sp>
      <p:sp>
        <p:nvSpPr>
          <p:cNvPr id="227" name="Google Shape;227;p29"/>
          <p:cNvSpPr txBox="1">
            <a:spLocks noGrp="1"/>
          </p:cNvSpPr>
          <p:nvPr>
            <p:ph type="subTitle" idx="1"/>
          </p:nvPr>
        </p:nvSpPr>
        <p:spPr>
          <a:xfrm>
            <a:off x="994254" y="3308825"/>
            <a:ext cx="3683400" cy="113533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 dirty="0"/>
              <a:t>Grupo 06:</a:t>
            </a:r>
            <a:br>
              <a:rPr lang="en" i="1" dirty="0"/>
            </a:br>
            <a:r>
              <a:rPr lang="en" i="1" dirty="0"/>
              <a:t>Chávez Diaz, Alejandro Abrahan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 dirty="0"/>
              <a:t>Cori Callata, Cristian Denis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 dirty="0"/>
              <a:t>Quichca Letona, Luis Fernando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 dirty="0"/>
              <a:t>Evangelista Lopez, Carlos Daniel</a:t>
            </a:r>
            <a:endParaRPr i="1" dirty="0"/>
          </a:p>
        </p:txBody>
      </p:sp>
      <p:sp>
        <p:nvSpPr>
          <p:cNvPr id="228" name="Google Shape;228;p29"/>
          <p:cNvSpPr/>
          <p:nvPr/>
        </p:nvSpPr>
        <p:spPr>
          <a:xfrm>
            <a:off x="6159000" y="821292"/>
            <a:ext cx="2818500" cy="4181400"/>
          </a:xfrm>
          <a:prstGeom prst="roundRect">
            <a:avLst>
              <a:gd name="adj" fmla="val 8661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8" name="Google Shape;338;p29"/>
          <p:cNvSpPr/>
          <p:nvPr/>
        </p:nvSpPr>
        <p:spPr>
          <a:xfrm>
            <a:off x="8459961" y="-684019"/>
            <a:ext cx="1368067" cy="1368031"/>
          </a:xfrm>
          <a:custGeom>
            <a:avLst/>
            <a:gdLst/>
            <a:ahLst/>
            <a:cxnLst/>
            <a:rect l="l" t="t" r="r" b="b"/>
            <a:pathLst>
              <a:path w="14425" h="14425" fill="none" extrusionOk="0">
                <a:moveTo>
                  <a:pt x="11093" y="1777"/>
                </a:moveTo>
                <a:lnTo>
                  <a:pt x="10279" y="2570"/>
                </a:lnTo>
                <a:cubicBezTo>
                  <a:pt x="10247" y="2592"/>
                  <a:pt x="10226" y="2623"/>
                  <a:pt x="10205" y="2655"/>
                </a:cubicBezTo>
                <a:cubicBezTo>
                  <a:pt x="9666" y="2296"/>
                  <a:pt x="9073" y="2052"/>
                  <a:pt x="8460" y="1904"/>
                </a:cubicBezTo>
                <a:cubicBezTo>
                  <a:pt x="8471" y="1873"/>
                  <a:pt x="8481" y="1830"/>
                  <a:pt x="8481" y="1799"/>
                </a:cubicBezTo>
                <a:lnTo>
                  <a:pt x="8492" y="667"/>
                </a:lnTo>
                <a:cubicBezTo>
                  <a:pt x="8492" y="318"/>
                  <a:pt x="8206" y="22"/>
                  <a:pt x="7857" y="22"/>
                </a:cubicBezTo>
                <a:lnTo>
                  <a:pt x="6726" y="12"/>
                </a:lnTo>
                <a:cubicBezTo>
                  <a:pt x="6377" y="1"/>
                  <a:pt x="6081" y="286"/>
                  <a:pt x="6081" y="635"/>
                </a:cubicBezTo>
                <a:lnTo>
                  <a:pt x="6070" y="1767"/>
                </a:lnTo>
                <a:cubicBezTo>
                  <a:pt x="6070" y="1809"/>
                  <a:pt x="6070" y="1851"/>
                  <a:pt x="6081" y="1883"/>
                </a:cubicBezTo>
                <a:cubicBezTo>
                  <a:pt x="5478" y="2010"/>
                  <a:pt x="4897" y="2232"/>
                  <a:pt x="4368" y="2560"/>
                </a:cubicBezTo>
                <a:cubicBezTo>
                  <a:pt x="4347" y="2528"/>
                  <a:pt x="4326" y="2507"/>
                  <a:pt x="4294" y="2475"/>
                </a:cubicBezTo>
                <a:lnTo>
                  <a:pt x="3511" y="1672"/>
                </a:lnTo>
                <a:cubicBezTo>
                  <a:pt x="3268" y="1418"/>
                  <a:pt x="2856" y="1407"/>
                  <a:pt x="2602" y="1651"/>
                </a:cubicBezTo>
                <a:lnTo>
                  <a:pt x="1798" y="2444"/>
                </a:lnTo>
                <a:cubicBezTo>
                  <a:pt x="1545" y="2687"/>
                  <a:pt x="1534" y="3089"/>
                  <a:pt x="1777" y="3342"/>
                </a:cubicBezTo>
                <a:lnTo>
                  <a:pt x="2570" y="4157"/>
                </a:lnTo>
                <a:cubicBezTo>
                  <a:pt x="2591" y="4178"/>
                  <a:pt x="2623" y="4210"/>
                  <a:pt x="2655" y="4231"/>
                </a:cubicBezTo>
                <a:cubicBezTo>
                  <a:pt x="2295" y="4770"/>
                  <a:pt x="2052" y="5352"/>
                  <a:pt x="1904" y="5965"/>
                </a:cubicBezTo>
                <a:cubicBezTo>
                  <a:pt x="1872" y="5965"/>
                  <a:pt x="1830" y="5954"/>
                  <a:pt x="1798" y="5954"/>
                </a:cubicBezTo>
                <a:lnTo>
                  <a:pt x="667" y="5944"/>
                </a:lnTo>
                <a:cubicBezTo>
                  <a:pt x="498" y="5944"/>
                  <a:pt x="329" y="6007"/>
                  <a:pt x="212" y="6123"/>
                </a:cubicBezTo>
                <a:lnTo>
                  <a:pt x="212" y="6123"/>
                </a:lnTo>
                <a:cubicBezTo>
                  <a:pt x="85" y="6240"/>
                  <a:pt x="22" y="6398"/>
                  <a:pt x="22" y="6578"/>
                </a:cubicBezTo>
                <a:lnTo>
                  <a:pt x="1" y="7710"/>
                </a:lnTo>
                <a:lnTo>
                  <a:pt x="1" y="7710"/>
                </a:lnTo>
                <a:cubicBezTo>
                  <a:pt x="1" y="8059"/>
                  <a:pt x="286" y="8344"/>
                  <a:pt x="635" y="8355"/>
                </a:cubicBezTo>
                <a:lnTo>
                  <a:pt x="1767" y="8365"/>
                </a:lnTo>
                <a:cubicBezTo>
                  <a:pt x="1809" y="8365"/>
                  <a:pt x="1841" y="8355"/>
                  <a:pt x="1883" y="8355"/>
                </a:cubicBezTo>
                <a:cubicBezTo>
                  <a:pt x="2010" y="8947"/>
                  <a:pt x="2232" y="9528"/>
                  <a:pt x="2560" y="10068"/>
                </a:cubicBezTo>
                <a:cubicBezTo>
                  <a:pt x="2528" y="10089"/>
                  <a:pt x="2507" y="10110"/>
                  <a:pt x="2475" y="10131"/>
                </a:cubicBezTo>
                <a:lnTo>
                  <a:pt x="1661" y="10924"/>
                </a:lnTo>
                <a:cubicBezTo>
                  <a:pt x="1407" y="11167"/>
                  <a:pt x="1407" y="11569"/>
                  <a:pt x="1650" y="11823"/>
                </a:cubicBezTo>
                <a:lnTo>
                  <a:pt x="2433" y="12637"/>
                </a:lnTo>
                <a:cubicBezTo>
                  <a:pt x="2687" y="12891"/>
                  <a:pt x="3088" y="12891"/>
                  <a:pt x="3342" y="12648"/>
                </a:cubicBezTo>
                <a:lnTo>
                  <a:pt x="4156" y="11865"/>
                </a:lnTo>
                <a:cubicBezTo>
                  <a:pt x="4178" y="11834"/>
                  <a:pt x="4199" y="11812"/>
                  <a:pt x="4220" y="11781"/>
                </a:cubicBezTo>
                <a:cubicBezTo>
                  <a:pt x="4759" y="12130"/>
                  <a:pt x="5351" y="12383"/>
                  <a:pt x="5965" y="12521"/>
                </a:cubicBezTo>
                <a:cubicBezTo>
                  <a:pt x="5954" y="12563"/>
                  <a:pt x="5954" y="12595"/>
                  <a:pt x="5954" y="12637"/>
                </a:cubicBezTo>
                <a:lnTo>
                  <a:pt x="5943" y="13769"/>
                </a:lnTo>
                <a:cubicBezTo>
                  <a:pt x="5943" y="13938"/>
                  <a:pt x="6007" y="14096"/>
                  <a:pt x="6123" y="14223"/>
                </a:cubicBezTo>
                <a:cubicBezTo>
                  <a:pt x="6240" y="14340"/>
                  <a:pt x="6398" y="14414"/>
                  <a:pt x="6567" y="14414"/>
                </a:cubicBezTo>
                <a:lnTo>
                  <a:pt x="7699" y="14424"/>
                </a:lnTo>
                <a:lnTo>
                  <a:pt x="7699" y="14424"/>
                </a:lnTo>
                <a:cubicBezTo>
                  <a:pt x="7879" y="14424"/>
                  <a:pt x="8037" y="14361"/>
                  <a:pt x="8154" y="14245"/>
                </a:cubicBezTo>
                <a:cubicBezTo>
                  <a:pt x="8270" y="14128"/>
                  <a:pt x="8344" y="13970"/>
                  <a:pt x="8344" y="13790"/>
                </a:cubicBezTo>
                <a:lnTo>
                  <a:pt x="8365" y="12658"/>
                </a:lnTo>
                <a:cubicBezTo>
                  <a:pt x="8365" y="12627"/>
                  <a:pt x="8354" y="12584"/>
                  <a:pt x="8354" y="12553"/>
                </a:cubicBezTo>
                <a:cubicBezTo>
                  <a:pt x="8947" y="12426"/>
                  <a:pt x="9528" y="12193"/>
                  <a:pt x="10067" y="11865"/>
                </a:cubicBezTo>
                <a:cubicBezTo>
                  <a:pt x="10078" y="11897"/>
                  <a:pt x="10110" y="11929"/>
                  <a:pt x="10131" y="11950"/>
                </a:cubicBezTo>
                <a:lnTo>
                  <a:pt x="10924" y="12764"/>
                </a:lnTo>
                <a:cubicBezTo>
                  <a:pt x="11167" y="13018"/>
                  <a:pt x="11569" y="13028"/>
                  <a:pt x="11823" y="12785"/>
                </a:cubicBezTo>
                <a:lnTo>
                  <a:pt x="12637" y="11992"/>
                </a:lnTo>
                <a:cubicBezTo>
                  <a:pt x="12891" y="11749"/>
                  <a:pt x="12891" y="11347"/>
                  <a:pt x="12648" y="11093"/>
                </a:cubicBezTo>
                <a:lnTo>
                  <a:pt x="11865" y="10279"/>
                </a:lnTo>
                <a:cubicBezTo>
                  <a:pt x="11833" y="10247"/>
                  <a:pt x="11812" y="10226"/>
                  <a:pt x="11780" y="10205"/>
                </a:cubicBezTo>
                <a:cubicBezTo>
                  <a:pt x="12129" y="9666"/>
                  <a:pt x="12383" y="9074"/>
                  <a:pt x="12521" y="8460"/>
                </a:cubicBezTo>
                <a:cubicBezTo>
                  <a:pt x="12563" y="8471"/>
                  <a:pt x="12595" y="8482"/>
                  <a:pt x="12637" y="8482"/>
                </a:cubicBezTo>
                <a:lnTo>
                  <a:pt x="13768" y="8492"/>
                </a:lnTo>
                <a:cubicBezTo>
                  <a:pt x="13938" y="8492"/>
                  <a:pt x="14096" y="8418"/>
                  <a:pt x="14213" y="8312"/>
                </a:cubicBezTo>
                <a:cubicBezTo>
                  <a:pt x="14339" y="8196"/>
                  <a:pt x="14414" y="8037"/>
                  <a:pt x="14414" y="7858"/>
                </a:cubicBezTo>
                <a:lnTo>
                  <a:pt x="14424" y="6726"/>
                </a:lnTo>
                <a:cubicBezTo>
                  <a:pt x="14424" y="6377"/>
                  <a:pt x="14149" y="6092"/>
                  <a:pt x="13790" y="6081"/>
                </a:cubicBezTo>
                <a:lnTo>
                  <a:pt x="12658" y="6071"/>
                </a:lnTo>
                <a:cubicBezTo>
                  <a:pt x="12626" y="6071"/>
                  <a:pt x="12584" y="6071"/>
                  <a:pt x="12552" y="6081"/>
                </a:cubicBezTo>
                <a:cubicBezTo>
                  <a:pt x="12426" y="5478"/>
                  <a:pt x="12193" y="4907"/>
                  <a:pt x="11865" y="4368"/>
                </a:cubicBezTo>
                <a:cubicBezTo>
                  <a:pt x="11897" y="4347"/>
                  <a:pt x="11929" y="4326"/>
                  <a:pt x="11950" y="4294"/>
                </a:cubicBezTo>
                <a:lnTo>
                  <a:pt x="12764" y="3512"/>
                </a:lnTo>
                <a:cubicBezTo>
                  <a:pt x="13018" y="3268"/>
                  <a:pt x="13028" y="2856"/>
                  <a:pt x="12774" y="2602"/>
                </a:cubicBezTo>
                <a:lnTo>
                  <a:pt x="11992" y="1799"/>
                </a:lnTo>
                <a:cubicBezTo>
                  <a:pt x="11749" y="1545"/>
                  <a:pt x="11336" y="1534"/>
                  <a:pt x="11093" y="1777"/>
                </a:cubicBezTo>
                <a:close/>
                <a:moveTo>
                  <a:pt x="9296" y="9370"/>
                </a:moveTo>
                <a:cubicBezTo>
                  <a:pt x="8111" y="10522"/>
                  <a:pt x="6208" y="10491"/>
                  <a:pt x="5066" y="9306"/>
                </a:cubicBezTo>
                <a:cubicBezTo>
                  <a:pt x="3913" y="8111"/>
                  <a:pt x="3945" y="6208"/>
                  <a:pt x="5129" y="5066"/>
                </a:cubicBezTo>
                <a:cubicBezTo>
                  <a:pt x="6314" y="3913"/>
                  <a:pt x="8217" y="3945"/>
                  <a:pt x="9370" y="5129"/>
                </a:cubicBezTo>
                <a:cubicBezTo>
                  <a:pt x="10512" y="6314"/>
                  <a:pt x="10490" y="8217"/>
                  <a:pt x="9296" y="9370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1057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p29"/>
          <p:cNvSpPr/>
          <p:nvPr/>
        </p:nvSpPr>
        <p:spPr>
          <a:xfrm>
            <a:off x="451127" y="4822651"/>
            <a:ext cx="648043" cy="641680"/>
          </a:xfrm>
          <a:custGeom>
            <a:avLst/>
            <a:gdLst/>
            <a:ahLst/>
            <a:cxnLst/>
            <a:rect l="l" t="t" r="r" b="b"/>
            <a:pathLst>
              <a:path w="10533" h="10430" extrusionOk="0">
                <a:moveTo>
                  <a:pt x="5270" y="3004"/>
                </a:moveTo>
                <a:cubicBezTo>
                  <a:pt x="6208" y="3004"/>
                  <a:pt x="7080" y="3606"/>
                  <a:pt x="7371" y="4546"/>
                </a:cubicBezTo>
                <a:cubicBezTo>
                  <a:pt x="7741" y="5709"/>
                  <a:pt x="7096" y="6957"/>
                  <a:pt x="5933" y="7327"/>
                </a:cubicBezTo>
                <a:cubicBezTo>
                  <a:pt x="5715" y="7395"/>
                  <a:pt x="5494" y="7427"/>
                  <a:pt x="5276" y="7427"/>
                </a:cubicBezTo>
                <a:cubicBezTo>
                  <a:pt x="4333" y="7427"/>
                  <a:pt x="3454" y="6824"/>
                  <a:pt x="3162" y="5879"/>
                </a:cubicBezTo>
                <a:cubicBezTo>
                  <a:pt x="2792" y="4715"/>
                  <a:pt x="3437" y="3478"/>
                  <a:pt x="4600" y="3108"/>
                </a:cubicBezTo>
                <a:cubicBezTo>
                  <a:pt x="4823" y="3037"/>
                  <a:pt x="5048" y="3004"/>
                  <a:pt x="5270" y="3004"/>
                </a:cubicBezTo>
                <a:close/>
                <a:moveTo>
                  <a:pt x="4197" y="0"/>
                </a:moveTo>
                <a:cubicBezTo>
                  <a:pt x="4151" y="0"/>
                  <a:pt x="4106" y="7"/>
                  <a:pt x="4061" y="20"/>
                </a:cubicBezTo>
                <a:lnTo>
                  <a:pt x="3268" y="274"/>
                </a:lnTo>
                <a:cubicBezTo>
                  <a:pt x="3014" y="348"/>
                  <a:pt x="2877" y="623"/>
                  <a:pt x="2961" y="866"/>
                </a:cubicBezTo>
                <a:lnTo>
                  <a:pt x="3215" y="1659"/>
                </a:lnTo>
                <a:cubicBezTo>
                  <a:pt x="3215" y="1691"/>
                  <a:pt x="3226" y="1712"/>
                  <a:pt x="3247" y="1733"/>
                </a:cubicBezTo>
                <a:cubicBezTo>
                  <a:pt x="2834" y="1977"/>
                  <a:pt x="2475" y="2283"/>
                  <a:pt x="2179" y="2643"/>
                </a:cubicBezTo>
                <a:cubicBezTo>
                  <a:pt x="2158" y="2622"/>
                  <a:pt x="2126" y="2611"/>
                  <a:pt x="2105" y="2590"/>
                </a:cubicBezTo>
                <a:lnTo>
                  <a:pt x="1365" y="2209"/>
                </a:lnTo>
                <a:cubicBezTo>
                  <a:pt x="1297" y="2179"/>
                  <a:pt x="1225" y="2162"/>
                  <a:pt x="1155" y="2162"/>
                </a:cubicBezTo>
                <a:cubicBezTo>
                  <a:pt x="1104" y="2162"/>
                  <a:pt x="1054" y="2171"/>
                  <a:pt x="1005" y="2188"/>
                </a:cubicBezTo>
                <a:cubicBezTo>
                  <a:pt x="878" y="2220"/>
                  <a:pt x="783" y="2304"/>
                  <a:pt x="730" y="2421"/>
                </a:cubicBezTo>
                <a:lnTo>
                  <a:pt x="349" y="3161"/>
                </a:lnTo>
                <a:cubicBezTo>
                  <a:pt x="233" y="3394"/>
                  <a:pt x="318" y="3679"/>
                  <a:pt x="550" y="3795"/>
                </a:cubicBezTo>
                <a:lnTo>
                  <a:pt x="1291" y="4176"/>
                </a:lnTo>
                <a:cubicBezTo>
                  <a:pt x="1322" y="4187"/>
                  <a:pt x="1343" y="4197"/>
                  <a:pt x="1375" y="4208"/>
                </a:cubicBezTo>
                <a:cubicBezTo>
                  <a:pt x="1259" y="4641"/>
                  <a:pt x="1217" y="5096"/>
                  <a:pt x="1259" y="5561"/>
                </a:cubicBezTo>
                <a:cubicBezTo>
                  <a:pt x="1227" y="5561"/>
                  <a:pt x="1206" y="5572"/>
                  <a:pt x="1174" y="5572"/>
                </a:cubicBezTo>
                <a:lnTo>
                  <a:pt x="381" y="5826"/>
                </a:lnTo>
                <a:cubicBezTo>
                  <a:pt x="138" y="5910"/>
                  <a:pt x="0" y="6175"/>
                  <a:pt x="75" y="6418"/>
                </a:cubicBezTo>
                <a:lnTo>
                  <a:pt x="328" y="7211"/>
                </a:lnTo>
                <a:cubicBezTo>
                  <a:pt x="388" y="7414"/>
                  <a:pt x="569" y="7543"/>
                  <a:pt x="769" y="7543"/>
                </a:cubicBezTo>
                <a:cubicBezTo>
                  <a:pt x="819" y="7543"/>
                  <a:pt x="870" y="7535"/>
                  <a:pt x="920" y="7518"/>
                </a:cubicBezTo>
                <a:lnTo>
                  <a:pt x="1714" y="7274"/>
                </a:lnTo>
                <a:cubicBezTo>
                  <a:pt x="1735" y="7264"/>
                  <a:pt x="1766" y="7253"/>
                  <a:pt x="1788" y="7243"/>
                </a:cubicBezTo>
                <a:cubicBezTo>
                  <a:pt x="2031" y="7655"/>
                  <a:pt x="2337" y="8004"/>
                  <a:pt x="2686" y="8300"/>
                </a:cubicBezTo>
                <a:cubicBezTo>
                  <a:pt x="2676" y="8321"/>
                  <a:pt x="2655" y="8353"/>
                  <a:pt x="2644" y="8374"/>
                </a:cubicBezTo>
                <a:lnTo>
                  <a:pt x="2263" y="9114"/>
                </a:lnTo>
                <a:cubicBezTo>
                  <a:pt x="2211" y="9231"/>
                  <a:pt x="2200" y="9358"/>
                  <a:pt x="2232" y="9474"/>
                </a:cubicBezTo>
                <a:cubicBezTo>
                  <a:pt x="2274" y="9601"/>
                  <a:pt x="2359" y="9696"/>
                  <a:pt x="2464" y="9749"/>
                </a:cubicBezTo>
                <a:lnTo>
                  <a:pt x="3215" y="10129"/>
                </a:lnTo>
                <a:cubicBezTo>
                  <a:pt x="3279" y="10168"/>
                  <a:pt x="3353" y="10187"/>
                  <a:pt x="3426" y="10187"/>
                </a:cubicBezTo>
                <a:cubicBezTo>
                  <a:pt x="3474" y="10187"/>
                  <a:pt x="3522" y="10178"/>
                  <a:pt x="3564" y="10161"/>
                </a:cubicBezTo>
                <a:cubicBezTo>
                  <a:pt x="3680" y="10129"/>
                  <a:pt x="3786" y="10045"/>
                  <a:pt x="3850" y="9929"/>
                </a:cubicBezTo>
                <a:lnTo>
                  <a:pt x="4230" y="9188"/>
                </a:lnTo>
                <a:cubicBezTo>
                  <a:pt x="4241" y="9157"/>
                  <a:pt x="4251" y="9135"/>
                  <a:pt x="4251" y="9114"/>
                </a:cubicBezTo>
                <a:cubicBezTo>
                  <a:pt x="4581" y="9193"/>
                  <a:pt x="4916" y="9236"/>
                  <a:pt x="5257" y="9236"/>
                </a:cubicBezTo>
                <a:cubicBezTo>
                  <a:pt x="5376" y="9236"/>
                  <a:pt x="5495" y="9231"/>
                  <a:pt x="5615" y="9220"/>
                </a:cubicBezTo>
                <a:cubicBezTo>
                  <a:pt x="5615" y="9252"/>
                  <a:pt x="5615" y="9273"/>
                  <a:pt x="5626" y="9305"/>
                </a:cubicBezTo>
                <a:lnTo>
                  <a:pt x="5880" y="10098"/>
                </a:lnTo>
                <a:cubicBezTo>
                  <a:pt x="5939" y="10301"/>
                  <a:pt x="6120" y="10429"/>
                  <a:pt x="6320" y="10429"/>
                </a:cubicBezTo>
                <a:cubicBezTo>
                  <a:pt x="6370" y="10429"/>
                  <a:pt x="6421" y="10421"/>
                  <a:pt x="6472" y="10404"/>
                </a:cubicBezTo>
                <a:lnTo>
                  <a:pt x="7265" y="10151"/>
                </a:lnTo>
                <a:cubicBezTo>
                  <a:pt x="7508" y="10077"/>
                  <a:pt x="7646" y="9812"/>
                  <a:pt x="7572" y="9569"/>
                </a:cubicBezTo>
                <a:lnTo>
                  <a:pt x="7318" y="8765"/>
                </a:lnTo>
                <a:cubicBezTo>
                  <a:pt x="7318" y="8744"/>
                  <a:pt x="7297" y="8713"/>
                  <a:pt x="7286" y="8691"/>
                </a:cubicBezTo>
                <a:cubicBezTo>
                  <a:pt x="7699" y="8459"/>
                  <a:pt x="8058" y="8142"/>
                  <a:pt x="8354" y="7793"/>
                </a:cubicBezTo>
                <a:cubicBezTo>
                  <a:pt x="8375" y="7803"/>
                  <a:pt x="8397" y="7824"/>
                  <a:pt x="8428" y="7835"/>
                </a:cubicBezTo>
                <a:lnTo>
                  <a:pt x="9168" y="8216"/>
                </a:lnTo>
                <a:cubicBezTo>
                  <a:pt x="9237" y="8253"/>
                  <a:pt x="9308" y="8268"/>
                  <a:pt x="9379" y="8268"/>
                </a:cubicBezTo>
                <a:cubicBezTo>
                  <a:pt x="9430" y="8268"/>
                  <a:pt x="9480" y="8260"/>
                  <a:pt x="9528" y="8247"/>
                </a:cubicBezTo>
                <a:cubicBezTo>
                  <a:pt x="9644" y="8205"/>
                  <a:pt x="9739" y="8131"/>
                  <a:pt x="9803" y="8015"/>
                </a:cubicBezTo>
                <a:lnTo>
                  <a:pt x="10184" y="7274"/>
                </a:lnTo>
                <a:cubicBezTo>
                  <a:pt x="10300" y="7042"/>
                  <a:pt x="10205" y="6756"/>
                  <a:pt x="9983" y="6640"/>
                </a:cubicBezTo>
                <a:lnTo>
                  <a:pt x="9232" y="6259"/>
                </a:lnTo>
                <a:cubicBezTo>
                  <a:pt x="9211" y="6238"/>
                  <a:pt x="9190" y="6228"/>
                  <a:pt x="9158" y="6228"/>
                </a:cubicBezTo>
                <a:cubicBezTo>
                  <a:pt x="9274" y="5794"/>
                  <a:pt x="9316" y="5329"/>
                  <a:pt x="9274" y="4874"/>
                </a:cubicBezTo>
                <a:cubicBezTo>
                  <a:pt x="9295" y="4863"/>
                  <a:pt x="9327" y="4863"/>
                  <a:pt x="9348" y="4853"/>
                </a:cubicBezTo>
                <a:lnTo>
                  <a:pt x="10152" y="4599"/>
                </a:lnTo>
                <a:cubicBezTo>
                  <a:pt x="10395" y="4525"/>
                  <a:pt x="10533" y="4261"/>
                  <a:pt x="10459" y="4007"/>
                </a:cubicBezTo>
                <a:lnTo>
                  <a:pt x="10205" y="3214"/>
                </a:lnTo>
                <a:cubicBezTo>
                  <a:pt x="10144" y="3015"/>
                  <a:pt x="9950" y="2887"/>
                  <a:pt x="9748" y="2887"/>
                </a:cubicBezTo>
                <a:cubicBezTo>
                  <a:pt x="9703" y="2887"/>
                  <a:pt x="9657" y="2894"/>
                  <a:pt x="9613" y="2907"/>
                </a:cubicBezTo>
                <a:lnTo>
                  <a:pt x="8819" y="3161"/>
                </a:lnTo>
                <a:cubicBezTo>
                  <a:pt x="8798" y="3172"/>
                  <a:pt x="8767" y="3182"/>
                  <a:pt x="8745" y="3193"/>
                </a:cubicBezTo>
                <a:cubicBezTo>
                  <a:pt x="8502" y="2780"/>
                  <a:pt x="8196" y="2421"/>
                  <a:pt x="7847" y="2125"/>
                </a:cubicBezTo>
                <a:cubicBezTo>
                  <a:pt x="7857" y="2104"/>
                  <a:pt x="7878" y="2082"/>
                  <a:pt x="7889" y="2051"/>
                </a:cubicBezTo>
                <a:lnTo>
                  <a:pt x="8270" y="1311"/>
                </a:lnTo>
                <a:cubicBezTo>
                  <a:pt x="8386" y="1078"/>
                  <a:pt x="8291" y="792"/>
                  <a:pt x="8069" y="676"/>
                </a:cubicBezTo>
                <a:lnTo>
                  <a:pt x="7318" y="295"/>
                </a:lnTo>
                <a:cubicBezTo>
                  <a:pt x="7250" y="261"/>
                  <a:pt x="7178" y="245"/>
                  <a:pt x="7108" y="245"/>
                </a:cubicBezTo>
                <a:cubicBezTo>
                  <a:pt x="6937" y="245"/>
                  <a:pt x="6773" y="339"/>
                  <a:pt x="6683" y="496"/>
                </a:cubicBezTo>
                <a:lnTo>
                  <a:pt x="6303" y="1247"/>
                </a:lnTo>
                <a:cubicBezTo>
                  <a:pt x="6292" y="1268"/>
                  <a:pt x="6282" y="1289"/>
                  <a:pt x="6271" y="1321"/>
                </a:cubicBezTo>
                <a:cubicBezTo>
                  <a:pt x="5948" y="1234"/>
                  <a:pt x="5612" y="1189"/>
                  <a:pt x="5270" y="1189"/>
                </a:cubicBezTo>
                <a:cubicBezTo>
                  <a:pt x="5153" y="1189"/>
                  <a:pt x="5036" y="1194"/>
                  <a:pt x="4918" y="1205"/>
                </a:cubicBezTo>
                <a:cubicBezTo>
                  <a:pt x="4918" y="1184"/>
                  <a:pt x="4907" y="1152"/>
                  <a:pt x="4907" y="1131"/>
                </a:cubicBezTo>
                <a:lnTo>
                  <a:pt x="4653" y="327"/>
                </a:lnTo>
                <a:cubicBezTo>
                  <a:pt x="4593" y="129"/>
                  <a:pt x="4398" y="0"/>
                  <a:pt x="419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227;p29">
            <a:extLst>
              <a:ext uri="{FF2B5EF4-FFF2-40B4-BE49-F238E27FC236}">
                <a16:creationId xmlns:a16="http://schemas.microsoft.com/office/drawing/2014/main" id="{5CB13DC2-31F7-C3CC-B709-C43935E7FDAE}"/>
              </a:ext>
            </a:extLst>
          </p:cNvPr>
          <p:cNvSpPr txBox="1">
            <a:spLocks/>
          </p:cNvSpPr>
          <p:nvPr/>
        </p:nvSpPr>
        <p:spPr>
          <a:xfrm>
            <a:off x="517375" y="221274"/>
            <a:ext cx="3683400" cy="38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None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"/>
              <a:buNone/>
              <a:def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"/>
              <a:buNone/>
              <a:def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"/>
              <a:buNone/>
              <a:def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"/>
              <a:buNone/>
              <a:def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"/>
              <a:buNone/>
              <a:def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"/>
              <a:buNone/>
              <a:def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"/>
              <a:buNone/>
              <a:def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"/>
              <a:buNone/>
              <a:def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/>
            <a:r>
              <a:rPr lang="es-PE"/>
              <a:t>Lenguaje de Programacion Imperativo I</a:t>
            </a:r>
            <a:endParaRPr lang="es-PE" dirty="0"/>
          </a:p>
        </p:txBody>
      </p:sp>
      <p:pic>
        <p:nvPicPr>
          <p:cNvPr id="3074" name="Picture 2" descr="Semaforo simulator - Apps en Google Play">
            <a:extLst>
              <a:ext uri="{FF2B5EF4-FFF2-40B4-BE49-F238E27FC236}">
                <a16:creationId xmlns:a16="http://schemas.microsoft.com/office/drawing/2014/main" id="{373D9F2D-C0D6-3D4C-F9D3-9DBF3CE8C3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7422" b="94727" l="5469" r="93164">
                        <a14:foregroundMark x1="52344" y1="25391" x2="52344" y2="25391"/>
                        <a14:foregroundMark x1="51367" y1="17969" x2="51367" y2="17969"/>
                        <a14:foregroundMark x1="51367" y1="17969" x2="49805" y2="26563"/>
                        <a14:foregroundMark x1="31836" y1="29492" x2="31445" y2="10547"/>
                        <a14:foregroundMark x1="31445" y1="10547" x2="52148" y2="5469"/>
                        <a14:foregroundMark x1="52148" y1="5469" x2="64063" y2="7422"/>
                        <a14:foregroundMark x1="64063" y1="7422" x2="69922" y2="17578"/>
                        <a14:foregroundMark x1="69922" y1="17578" x2="68945" y2="27930"/>
                        <a14:foregroundMark x1="28125" y1="16992" x2="9766" y2="18750"/>
                        <a14:foregroundMark x1="9766" y1="18750" x2="6445" y2="67383"/>
                        <a14:foregroundMark x1="6445" y1="67383" x2="11328" y2="79883"/>
                        <a14:foregroundMark x1="11328" y1="79883" x2="32813" y2="82031"/>
                        <a14:foregroundMark x1="71094" y1="52734" x2="71680" y2="67383"/>
                        <a14:foregroundMark x1="71680" y1="67383" x2="81445" y2="52930"/>
                        <a14:foregroundMark x1="81445" y1="52930" x2="73047" y2="40039"/>
                        <a14:foregroundMark x1="73047" y1="40039" x2="65820" y2="44727"/>
                        <a14:foregroundMark x1="82422" y1="31641" x2="67383" y2="28711"/>
                        <a14:foregroundMark x1="67383" y1="28711" x2="65820" y2="48438"/>
                        <a14:foregroundMark x1="65820" y1="48438" x2="79883" y2="55859"/>
                        <a14:foregroundMark x1="76758" y1="26563" x2="66797" y2="43555"/>
                        <a14:foregroundMark x1="66797" y1="43555" x2="75000" y2="57227"/>
                        <a14:foregroundMark x1="75000" y1="57227" x2="78906" y2="32422"/>
                        <a14:foregroundMark x1="78906" y1="32422" x2="76172" y2="30078"/>
                        <a14:foregroundMark x1="55469" y1="59570" x2="38672" y2="77539"/>
                        <a14:foregroundMark x1="38672" y1="77539" x2="53906" y2="89258"/>
                        <a14:foregroundMark x1="53906" y1="89258" x2="66211" y2="70117"/>
                        <a14:foregroundMark x1="66211" y1="70117" x2="66797" y2="52734"/>
                        <a14:foregroundMark x1="36328" y1="16211" x2="27344" y2="20898"/>
                        <a14:foregroundMark x1="27344" y1="20898" x2="20117" y2="57813"/>
                        <a14:foregroundMark x1="20117" y1="57813" x2="11719" y2="63867"/>
                        <a14:foregroundMark x1="11719" y1="63867" x2="19141" y2="73633"/>
                        <a14:foregroundMark x1="19141" y1="73633" x2="33008" y2="76172"/>
                        <a14:foregroundMark x1="33008" y1="76172" x2="41406" y2="61133"/>
                        <a14:foregroundMark x1="41406" y1="61133" x2="41797" y2="24805"/>
                        <a14:foregroundMark x1="30469" y1="18750" x2="32617" y2="67188"/>
                        <a14:foregroundMark x1="32617" y1="67188" x2="44336" y2="60938"/>
                        <a14:foregroundMark x1="44336" y1="60938" x2="39648" y2="27539"/>
                        <a14:foregroundMark x1="39648" y1="27539" x2="34766" y2="18555"/>
                        <a14:foregroundMark x1="34766" y1="18555" x2="32227" y2="17969"/>
                        <a14:foregroundMark x1="46484" y1="61133" x2="27148" y2="37500"/>
                        <a14:foregroundMark x1="27148" y1="37500" x2="28516" y2="20508"/>
                        <a14:foregroundMark x1="28516" y1="20508" x2="41797" y2="27148"/>
                        <a14:foregroundMark x1="41797" y1="27148" x2="41602" y2="57422"/>
                        <a14:foregroundMark x1="35156" y1="51563" x2="28125" y2="43359"/>
                        <a14:foregroundMark x1="28125" y1="43359" x2="25000" y2="25195"/>
                        <a14:foregroundMark x1="25000" y1="25195" x2="34766" y2="20898"/>
                        <a14:foregroundMark x1="34766" y1="20898" x2="40234" y2="33203"/>
                        <a14:foregroundMark x1="40234" y1="33203" x2="33203" y2="46484"/>
                        <a14:foregroundMark x1="33203" y1="46484" x2="29688" y2="48633"/>
                        <a14:foregroundMark x1="32031" y1="24805" x2="30664" y2="42969"/>
                        <a14:foregroundMark x1="33203" y1="25391" x2="31836" y2="41406"/>
                        <a14:foregroundMark x1="31836" y1="41406" x2="31836" y2="41406"/>
                        <a14:foregroundMark x1="17383" y1="17188" x2="6055" y2="26172"/>
                        <a14:foregroundMark x1="6055" y1="26172" x2="5664" y2="51172"/>
                        <a14:foregroundMark x1="33203" y1="83203" x2="36523" y2="94141"/>
                        <a14:foregroundMark x1="36523" y1="94141" x2="41797" y2="94727"/>
                        <a14:foregroundMark x1="69531" y1="81055" x2="77930" y2="81641"/>
                        <a14:foregroundMark x1="82813" y1="81641" x2="87109" y2="81641"/>
                        <a14:foregroundMark x1="90625" y1="80664" x2="91797" y2="70703"/>
                        <a14:foregroundMark x1="93164" y1="56836" x2="89844" y2="42383"/>
                        <a14:foregroundMark x1="89844" y1="42383" x2="91211" y2="29688"/>
                        <a14:foregroundMark x1="91211" y1="29688" x2="88086" y2="17188"/>
                        <a14:foregroundMark x1="88086" y1="17188" x2="79297" y2="16211"/>
                        <a14:foregroundMark x1="76367" y1="67969" x2="79492" y2="7246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1160" y="780413"/>
            <a:ext cx="4023595" cy="4023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1"/>
          <p:cNvSpPr txBox="1">
            <a:spLocks noGrp="1"/>
          </p:cNvSpPr>
          <p:nvPr>
            <p:ph type="subTitle" idx="1"/>
          </p:nvPr>
        </p:nvSpPr>
        <p:spPr>
          <a:xfrm>
            <a:off x="1732850" y="1401569"/>
            <a:ext cx="2641500" cy="804600"/>
          </a:xfrm>
          <a:prstGeom prst="rect">
            <a:avLst/>
          </a:prstGeom>
        </p:spPr>
        <p:txBody>
          <a:bodyPr spcFirstLastPara="1" wrap="square" lIns="91425" tIns="8227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CONTROL DE LOS SEMAFOROS</a:t>
            </a:r>
            <a:endParaRPr dirty="0"/>
          </a:p>
        </p:txBody>
      </p:sp>
      <p:sp>
        <p:nvSpPr>
          <p:cNvPr id="354" name="Google Shape;354;p31"/>
          <p:cNvSpPr txBox="1">
            <a:spLocks noGrp="1"/>
          </p:cNvSpPr>
          <p:nvPr>
            <p:ph type="title" idx="6"/>
          </p:nvPr>
        </p:nvSpPr>
        <p:spPr>
          <a:xfrm>
            <a:off x="720000" y="387600"/>
            <a:ext cx="7704000" cy="5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REQUERIMIENTOS DE FIRMWARE</a:t>
            </a:r>
            <a:endParaRPr dirty="0"/>
          </a:p>
        </p:txBody>
      </p:sp>
      <p:sp>
        <p:nvSpPr>
          <p:cNvPr id="355" name="Google Shape;355;p31"/>
          <p:cNvSpPr txBox="1">
            <a:spLocks noGrp="1"/>
          </p:cNvSpPr>
          <p:nvPr>
            <p:ph type="subTitle" idx="3"/>
          </p:nvPr>
        </p:nvSpPr>
        <p:spPr>
          <a:xfrm>
            <a:off x="1732850" y="3649200"/>
            <a:ext cx="2641500" cy="804600"/>
          </a:xfrm>
          <a:prstGeom prst="rect">
            <a:avLst/>
          </a:prstGeom>
        </p:spPr>
        <p:txBody>
          <a:bodyPr spcFirstLastPara="1" wrap="square" lIns="91425" tIns="8227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MODO NOCTURNO</a:t>
            </a:r>
            <a:endParaRPr dirty="0"/>
          </a:p>
        </p:txBody>
      </p:sp>
      <p:sp>
        <p:nvSpPr>
          <p:cNvPr id="356" name="Google Shape;356;p31"/>
          <p:cNvSpPr txBox="1">
            <a:spLocks noGrp="1"/>
          </p:cNvSpPr>
          <p:nvPr>
            <p:ph type="subTitle" idx="5"/>
          </p:nvPr>
        </p:nvSpPr>
        <p:spPr>
          <a:xfrm>
            <a:off x="5673099" y="1401574"/>
            <a:ext cx="2641500" cy="804600"/>
          </a:xfrm>
          <a:prstGeom prst="rect">
            <a:avLst/>
          </a:prstGeom>
        </p:spPr>
        <p:txBody>
          <a:bodyPr spcFirstLastPara="1" wrap="square" lIns="91425" tIns="8227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ENTRADA PARA SENSOR DE VEHICULO</a:t>
            </a:r>
            <a:endParaRPr dirty="0"/>
          </a:p>
        </p:txBody>
      </p:sp>
      <p:sp>
        <p:nvSpPr>
          <p:cNvPr id="357" name="Google Shape;357;p31"/>
          <p:cNvSpPr txBox="1">
            <a:spLocks noGrp="1"/>
          </p:cNvSpPr>
          <p:nvPr>
            <p:ph type="subTitle" idx="8"/>
          </p:nvPr>
        </p:nvSpPr>
        <p:spPr>
          <a:xfrm>
            <a:off x="5673099" y="3649200"/>
            <a:ext cx="2641500" cy="804600"/>
          </a:xfrm>
          <a:prstGeom prst="rect">
            <a:avLst/>
          </a:prstGeom>
        </p:spPr>
        <p:txBody>
          <a:bodyPr spcFirstLastPara="1" wrap="square" lIns="91425" tIns="8227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LOG DE CAMBIO DE ESTADO</a:t>
            </a:r>
            <a:endParaRPr dirty="0"/>
          </a:p>
        </p:txBody>
      </p:sp>
      <p:sp>
        <p:nvSpPr>
          <p:cNvPr id="358" name="Google Shape;358;p31"/>
          <p:cNvSpPr txBox="1">
            <a:spLocks noGrp="1"/>
          </p:cNvSpPr>
          <p:nvPr>
            <p:ph type="subTitle" idx="13"/>
          </p:nvPr>
        </p:nvSpPr>
        <p:spPr>
          <a:xfrm>
            <a:off x="1732850" y="2525375"/>
            <a:ext cx="2641500" cy="804600"/>
          </a:xfrm>
          <a:prstGeom prst="rect">
            <a:avLst/>
          </a:prstGeom>
        </p:spPr>
        <p:txBody>
          <a:bodyPr spcFirstLastPara="1" wrap="square" lIns="91425" tIns="8227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CAMBIOS DE ESTADO</a:t>
            </a:r>
            <a:endParaRPr dirty="0"/>
          </a:p>
        </p:txBody>
      </p:sp>
      <p:sp>
        <p:nvSpPr>
          <p:cNvPr id="359" name="Google Shape;359;p31"/>
          <p:cNvSpPr txBox="1">
            <a:spLocks noGrp="1"/>
          </p:cNvSpPr>
          <p:nvPr>
            <p:ph type="subTitle" idx="15"/>
          </p:nvPr>
        </p:nvSpPr>
        <p:spPr>
          <a:xfrm>
            <a:off x="5673099" y="2525375"/>
            <a:ext cx="2641500" cy="804600"/>
          </a:xfrm>
          <a:prstGeom prst="rect">
            <a:avLst/>
          </a:prstGeom>
        </p:spPr>
        <p:txBody>
          <a:bodyPr spcFirstLastPara="1" wrap="square" lIns="91425" tIns="8227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TIEMPOS AJUSTABLES</a:t>
            </a:r>
            <a:endParaRPr dirty="0"/>
          </a:p>
        </p:txBody>
      </p:sp>
      <p:sp>
        <p:nvSpPr>
          <p:cNvPr id="360" name="Google Shape;360;p31"/>
          <p:cNvSpPr txBox="1">
            <a:spLocks noGrp="1"/>
          </p:cNvSpPr>
          <p:nvPr>
            <p:ph type="title" idx="4"/>
          </p:nvPr>
        </p:nvSpPr>
        <p:spPr>
          <a:xfrm>
            <a:off x="4769656" y="1401564"/>
            <a:ext cx="804600" cy="804600"/>
          </a:xfrm>
          <a:prstGeom prst="rect">
            <a:avLst/>
          </a:prstGeom>
        </p:spPr>
        <p:txBody>
          <a:bodyPr spcFirstLastPara="1" wrap="square" lIns="91425" tIns="8227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361" name="Google Shape;361;p31"/>
          <p:cNvSpPr txBox="1">
            <a:spLocks noGrp="1"/>
          </p:cNvSpPr>
          <p:nvPr>
            <p:ph type="title" idx="7"/>
          </p:nvPr>
        </p:nvSpPr>
        <p:spPr>
          <a:xfrm>
            <a:off x="4769656" y="3649188"/>
            <a:ext cx="804600" cy="804600"/>
          </a:xfrm>
          <a:prstGeom prst="rect">
            <a:avLst/>
          </a:prstGeom>
        </p:spPr>
        <p:txBody>
          <a:bodyPr spcFirstLastPara="1" wrap="square" lIns="91425" tIns="8227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362" name="Google Shape;362;p31"/>
          <p:cNvSpPr txBox="1">
            <a:spLocks noGrp="1"/>
          </p:cNvSpPr>
          <p:nvPr>
            <p:ph type="title"/>
          </p:nvPr>
        </p:nvSpPr>
        <p:spPr>
          <a:xfrm>
            <a:off x="829406" y="1401569"/>
            <a:ext cx="804600" cy="804600"/>
          </a:xfrm>
          <a:prstGeom prst="rect">
            <a:avLst/>
          </a:prstGeom>
        </p:spPr>
        <p:txBody>
          <a:bodyPr spcFirstLastPara="1" wrap="square" lIns="91425" tIns="8227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363" name="Google Shape;363;p31"/>
          <p:cNvSpPr txBox="1">
            <a:spLocks noGrp="1"/>
          </p:cNvSpPr>
          <p:nvPr>
            <p:ph type="title" idx="2"/>
          </p:nvPr>
        </p:nvSpPr>
        <p:spPr>
          <a:xfrm>
            <a:off x="829406" y="3649188"/>
            <a:ext cx="804600" cy="804600"/>
          </a:xfrm>
          <a:prstGeom prst="rect">
            <a:avLst/>
          </a:prstGeom>
        </p:spPr>
        <p:txBody>
          <a:bodyPr spcFirstLastPara="1" wrap="square" lIns="91425" tIns="8227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364" name="Google Shape;364;p31"/>
          <p:cNvSpPr txBox="1">
            <a:spLocks noGrp="1"/>
          </p:cNvSpPr>
          <p:nvPr>
            <p:ph type="title" idx="9"/>
          </p:nvPr>
        </p:nvSpPr>
        <p:spPr>
          <a:xfrm>
            <a:off x="829406" y="2525376"/>
            <a:ext cx="804600" cy="804600"/>
          </a:xfrm>
          <a:prstGeom prst="rect">
            <a:avLst/>
          </a:prstGeom>
        </p:spPr>
        <p:txBody>
          <a:bodyPr spcFirstLastPara="1" wrap="square" lIns="91425" tIns="8227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365" name="Google Shape;365;p31"/>
          <p:cNvSpPr txBox="1">
            <a:spLocks noGrp="1"/>
          </p:cNvSpPr>
          <p:nvPr>
            <p:ph type="title" idx="14"/>
          </p:nvPr>
        </p:nvSpPr>
        <p:spPr>
          <a:xfrm>
            <a:off x="4769656" y="2525376"/>
            <a:ext cx="804600" cy="804600"/>
          </a:xfrm>
          <a:prstGeom prst="rect">
            <a:avLst/>
          </a:prstGeom>
        </p:spPr>
        <p:txBody>
          <a:bodyPr spcFirstLastPara="1" wrap="square" lIns="91425" tIns="8227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0" name="Google Shape;370;p32"/>
          <p:cNvGrpSpPr/>
          <p:nvPr/>
        </p:nvGrpSpPr>
        <p:grpSpPr>
          <a:xfrm>
            <a:off x="6655691" y="1028736"/>
            <a:ext cx="2787209" cy="4361514"/>
            <a:chOff x="6655691" y="1028736"/>
            <a:chExt cx="2787209" cy="4361514"/>
          </a:xfrm>
        </p:grpSpPr>
        <p:sp>
          <p:nvSpPr>
            <p:cNvPr id="371" name="Google Shape;371;p32"/>
            <p:cNvSpPr/>
            <p:nvPr/>
          </p:nvSpPr>
          <p:spPr>
            <a:xfrm>
              <a:off x="6712300" y="1088250"/>
              <a:ext cx="2730600" cy="4302000"/>
            </a:xfrm>
            <a:prstGeom prst="roundRect">
              <a:avLst>
                <a:gd name="adj" fmla="val 6093"/>
              </a:avLst>
            </a:prstGeom>
            <a:noFill/>
            <a:ln w="9525" cap="flat" cmpd="sng">
              <a:solidFill>
                <a:schemeClr val="accent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72" name="Google Shape;372;p32"/>
            <p:cNvGrpSpPr/>
            <p:nvPr/>
          </p:nvGrpSpPr>
          <p:grpSpPr>
            <a:xfrm>
              <a:off x="8560703" y="1028736"/>
              <a:ext cx="118495" cy="119191"/>
              <a:chOff x="4512753" y="952912"/>
              <a:chExt cx="118495" cy="119191"/>
            </a:xfrm>
          </p:grpSpPr>
          <p:sp>
            <p:nvSpPr>
              <p:cNvPr id="373" name="Google Shape;373;p32"/>
              <p:cNvSpPr/>
              <p:nvPr/>
            </p:nvSpPr>
            <p:spPr>
              <a:xfrm>
                <a:off x="4540464" y="980619"/>
                <a:ext cx="63074" cy="63776"/>
              </a:xfrm>
              <a:custGeom>
                <a:avLst/>
                <a:gdLst/>
                <a:ahLst/>
                <a:cxnLst/>
                <a:rect l="l" t="t" r="r" b="b"/>
                <a:pathLst>
                  <a:path w="890" h="900" extrusionOk="0">
                    <a:moveTo>
                      <a:pt x="445" y="0"/>
                    </a:moveTo>
                    <a:cubicBezTo>
                      <a:pt x="202" y="0"/>
                      <a:pt x="1" y="201"/>
                      <a:pt x="1" y="455"/>
                    </a:cubicBezTo>
                    <a:cubicBezTo>
                      <a:pt x="1" y="698"/>
                      <a:pt x="202" y="899"/>
                      <a:pt x="445" y="899"/>
                    </a:cubicBezTo>
                    <a:cubicBezTo>
                      <a:pt x="688" y="899"/>
                      <a:pt x="889" y="698"/>
                      <a:pt x="889" y="455"/>
                    </a:cubicBezTo>
                    <a:cubicBezTo>
                      <a:pt x="889" y="201"/>
                      <a:pt x="688" y="0"/>
                      <a:pt x="44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" name="Google Shape;374;p32"/>
              <p:cNvSpPr/>
              <p:nvPr/>
            </p:nvSpPr>
            <p:spPr>
              <a:xfrm>
                <a:off x="4512753" y="952912"/>
                <a:ext cx="118495" cy="119191"/>
              </a:xfrm>
              <a:custGeom>
                <a:avLst/>
                <a:gdLst/>
                <a:ahLst/>
                <a:cxnLst/>
                <a:rect l="l" t="t" r="r" b="b"/>
                <a:pathLst>
                  <a:path w="1672" h="1682" extrusionOk="0">
                    <a:moveTo>
                      <a:pt x="836" y="106"/>
                    </a:moveTo>
                    <a:cubicBezTo>
                      <a:pt x="1238" y="106"/>
                      <a:pt x="1566" y="434"/>
                      <a:pt x="1566" y="846"/>
                    </a:cubicBezTo>
                    <a:cubicBezTo>
                      <a:pt x="1566" y="1248"/>
                      <a:pt x="1238" y="1576"/>
                      <a:pt x="836" y="1576"/>
                    </a:cubicBezTo>
                    <a:cubicBezTo>
                      <a:pt x="434" y="1576"/>
                      <a:pt x="106" y="1248"/>
                      <a:pt x="106" y="846"/>
                    </a:cubicBezTo>
                    <a:cubicBezTo>
                      <a:pt x="106" y="434"/>
                      <a:pt x="434" y="106"/>
                      <a:pt x="836" y="106"/>
                    </a:cubicBezTo>
                    <a:close/>
                    <a:moveTo>
                      <a:pt x="836" y="0"/>
                    </a:moveTo>
                    <a:cubicBezTo>
                      <a:pt x="371" y="0"/>
                      <a:pt x="1" y="381"/>
                      <a:pt x="1" y="846"/>
                    </a:cubicBezTo>
                    <a:cubicBezTo>
                      <a:pt x="1" y="1301"/>
                      <a:pt x="371" y="1681"/>
                      <a:pt x="836" y="1681"/>
                    </a:cubicBezTo>
                    <a:cubicBezTo>
                      <a:pt x="1301" y="1681"/>
                      <a:pt x="1671" y="1301"/>
                      <a:pt x="1671" y="846"/>
                    </a:cubicBezTo>
                    <a:cubicBezTo>
                      <a:pt x="1671" y="381"/>
                      <a:pt x="1301" y="0"/>
                      <a:pt x="83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75" name="Google Shape;375;p32"/>
            <p:cNvGrpSpPr/>
            <p:nvPr/>
          </p:nvGrpSpPr>
          <p:grpSpPr>
            <a:xfrm>
              <a:off x="6655691" y="4812436"/>
              <a:ext cx="118495" cy="119191"/>
              <a:chOff x="4512753" y="952912"/>
              <a:chExt cx="118495" cy="119191"/>
            </a:xfrm>
          </p:grpSpPr>
          <p:sp>
            <p:nvSpPr>
              <p:cNvPr id="376" name="Google Shape;376;p32"/>
              <p:cNvSpPr/>
              <p:nvPr/>
            </p:nvSpPr>
            <p:spPr>
              <a:xfrm>
                <a:off x="4540464" y="980619"/>
                <a:ext cx="63074" cy="63776"/>
              </a:xfrm>
              <a:custGeom>
                <a:avLst/>
                <a:gdLst/>
                <a:ahLst/>
                <a:cxnLst/>
                <a:rect l="l" t="t" r="r" b="b"/>
                <a:pathLst>
                  <a:path w="890" h="900" extrusionOk="0">
                    <a:moveTo>
                      <a:pt x="445" y="0"/>
                    </a:moveTo>
                    <a:cubicBezTo>
                      <a:pt x="202" y="0"/>
                      <a:pt x="1" y="201"/>
                      <a:pt x="1" y="455"/>
                    </a:cubicBezTo>
                    <a:cubicBezTo>
                      <a:pt x="1" y="698"/>
                      <a:pt x="202" y="899"/>
                      <a:pt x="445" y="899"/>
                    </a:cubicBezTo>
                    <a:cubicBezTo>
                      <a:pt x="688" y="899"/>
                      <a:pt x="889" y="698"/>
                      <a:pt x="889" y="455"/>
                    </a:cubicBezTo>
                    <a:cubicBezTo>
                      <a:pt x="889" y="201"/>
                      <a:pt x="688" y="0"/>
                      <a:pt x="44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" name="Google Shape;377;p32"/>
              <p:cNvSpPr/>
              <p:nvPr/>
            </p:nvSpPr>
            <p:spPr>
              <a:xfrm>
                <a:off x="4512753" y="952912"/>
                <a:ext cx="118495" cy="119191"/>
              </a:xfrm>
              <a:custGeom>
                <a:avLst/>
                <a:gdLst/>
                <a:ahLst/>
                <a:cxnLst/>
                <a:rect l="l" t="t" r="r" b="b"/>
                <a:pathLst>
                  <a:path w="1672" h="1682" extrusionOk="0">
                    <a:moveTo>
                      <a:pt x="836" y="106"/>
                    </a:moveTo>
                    <a:cubicBezTo>
                      <a:pt x="1238" y="106"/>
                      <a:pt x="1566" y="434"/>
                      <a:pt x="1566" y="846"/>
                    </a:cubicBezTo>
                    <a:cubicBezTo>
                      <a:pt x="1566" y="1248"/>
                      <a:pt x="1238" y="1576"/>
                      <a:pt x="836" y="1576"/>
                    </a:cubicBezTo>
                    <a:cubicBezTo>
                      <a:pt x="434" y="1576"/>
                      <a:pt x="106" y="1248"/>
                      <a:pt x="106" y="846"/>
                    </a:cubicBezTo>
                    <a:cubicBezTo>
                      <a:pt x="106" y="434"/>
                      <a:pt x="434" y="106"/>
                      <a:pt x="836" y="106"/>
                    </a:cubicBezTo>
                    <a:close/>
                    <a:moveTo>
                      <a:pt x="836" y="0"/>
                    </a:moveTo>
                    <a:cubicBezTo>
                      <a:pt x="371" y="0"/>
                      <a:pt x="1" y="381"/>
                      <a:pt x="1" y="846"/>
                    </a:cubicBezTo>
                    <a:cubicBezTo>
                      <a:pt x="1" y="1301"/>
                      <a:pt x="371" y="1681"/>
                      <a:pt x="836" y="1681"/>
                    </a:cubicBezTo>
                    <a:cubicBezTo>
                      <a:pt x="1301" y="1681"/>
                      <a:pt x="1671" y="1301"/>
                      <a:pt x="1671" y="846"/>
                    </a:cubicBezTo>
                    <a:cubicBezTo>
                      <a:pt x="1671" y="381"/>
                      <a:pt x="1301" y="0"/>
                      <a:pt x="83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78" name="Google Shape;378;p32"/>
          <p:cNvSpPr/>
          <p:nvPr/>
        </p:nvSpPr>
        <p:spPr>
          <a:xfrm>
            <a:off x="4979255" y="1718797"/>
            <a:ext cx="4095995" cy="2848527"/>
          </a:xfrm>
          <a:prstGeom prst="roundRect">
            <a:avLst>
              <a:gd name="adj" fmla="val 8661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9" name="Google Shape;379;p32"/>
          <p:cNvSpPr txBox="1">
            <a:spLocks noGrp="1"/>
          </p:cNvSpPr>
          <p:nvPr>
            <p:ph type="body" idx="1"/>
          </p:nvPr>
        </p:nvSpPr>
        <p:spPr>
          <a:xfrm>
            <a:off x="720000" y="1401575"/>
            <a:ext cx="3852000" cy="320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800" dirty="0"/>
              <a:t>El sistema presente puede ser usado en el día a día, pudiéndose implementar en los semáforos ya presentes y pudiendo ayudar a previsualizar  su correcto funcionamiento en el simulador para posteriormente implementar los ajustes indicados en el simulador en la vida real</a:t>
            </a:r>
            <a:r>
              <a:rPr lang="es-PE" dirty="0"/>
              <a:t>.</a:t>
            </a:r>
            <a:endParaRPr dirty="0"/>
          </a:p>
        </p:txBody>
      </p:sp>
      <p:sp>
        <p:nvSpPr>
          <p:cNvPr id="380" name="Google Shape;380;p32"/>
          <p:cNvSpPr txBox="1">
            <a:spLocks noGrp="1"/>
          </p:cNvSpPr>
          <p:nvPr>
            <p:ph type="title"/>
          </p:nvPr>
        </p:nvSpPr>
        <p:spPr>
          <a:xfrm>
            <a:off x="720000" y="387600"/>
            <a:ext cx="7704000" cy="5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CASOS DE USO</a:t>
            </a:r>
            <a:endParaRPr dirty="0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A76A3B9-E4B6-9951-0D27-2195F3F1F536}"/>
              </a:ext>
            </a:extLst>
          </p:cNvPr>
          <p:cNvSpPr>
            <a:spLocks noGrp="1"/>
          </p:cNvSpPr>
          <p:nvPr>
            <p:ph type="pic" idx="2"/>
          </p:nvPr>
        </p:nvSpPr>
        <p:spPr/>
      </p:sp>
      <p:pic>
        <p:nvPicPr>
          <p:cNvPr id="1026" name="Picture 2" descr="escena de la calle del camino con semáforo 690990 Vector en Vecteezy">
            <a:extLst>
              <a:ext uri="{FF2B5EF4-FFF2-40B4-BE49-F238E27FC236}">
                <a16:creationId xmlns:a16="http://schemas.microsoft.com/office/drawing/2014/main" id="{23A2DD3C-0BD5-15A3-A423-6D1739D246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5311" y="1886925"/>
            <a:ext cx="3880919" cy="2419402"/>
          </a:xfrm>
          <a:custGeom>
            <a:avLst/>
            <a:gdLst>
              <a:gd name="csX0" fmla="*/ 0 w 3880919"/>
              <a:gd name="csY0" fmla="*/ 0 h 2419402"/>
              <a:gd name="csX1" fmla="*/ 476799 w 3880919"/>
              <a:gd name="csY1" fmla="*/ 0 h 2419402"/>
              <a:gd name="csX2" fmla="*/ 914788 w 3880919"/>
              <a:gd name="csY2" fmla="*/ 0 h 2419402"/>
              <a:gd name="csX3" fmla="*/ 1469205 w 3880919"/>
              <a:gd name="csY3" fmla="*/ 0 h 2419402"/>
              <a:gd name="csX4" fmla="*/ 2062431 w 3880919"/>
              <a:gd name="csY4" fmla="*/ 0 h 2419402"/>
              <a:gd name="csX5" fmla="*/ 2500421 w 3880919"/>
              <a:gd name="csY5" fmla="*/ 0 h 2419402"/>
              <a:gd name="csX6" fmla="*/ 2977219 w 3880919"/>
              <a:gd name="csY6" fmla="*/ 0 h 2419402"/>
              <a:gd name="csX7" fmla="*/ 3880919 w 3880919"/>
              <a:gd name="csY7" fmla="*/ 0 h 2419402"/>
              <a:gd name="csX8" fmla="*/ 3880919 w 3880919"/>
              <a:gd name="csY8" fmla="*/ 532268 h 2419402"/>
              <a:gd name="csX9" fmla="*/ 3880919 w 3880919"/>
              <a:gd name="csY9" fmla="*/ 1016149 h 2419402"/>
              <a:gd name="csX10" fmla="*/ 3880919 w 3880919"/>
              <a:gd name="csY10" fmla="*/ 1475835 h 2419402"/>
              <a:gd name="csX11" fmla="*/ 3880919 w 3880919"/>
              <a:gd name="csY11" fmla="*/ 1983910 h 2419402"/>
              <a:gd name="csX12" fmla="*/ 3880919 w 3880919"/>
              <a:gd name="csY12" fmla="*/ 2419402 h 2419402"/>
              <a:gd name="csX13" fmla="*/ 3365311 w 3880919"/>
              <a:gd name="csY13" fmla="*/ 2419402 h 2419402"/>
              <a:gd name="csX14" fmla="*/ 2772085 w 3880919"/>
              <a:gd name="csY14" fmla="*/ 2419402 h 2419402"/>
              <a:gd name="csX15" fmla="*/ 2217668 w 3880919"/>
              <a:gd name="csY15" fmla="*/ 2419402 h 2419402"/>
              <a:gd name="csX16" fmla="*/ 1585633 w 3880919"/>
              <a:gd name="csY16" fmla="*/ 2419402 h 2419402"/>
              <a:gd name="csX17" fmla="*/ 953597 w 3880919"/>
              <a:gd name="csY17" fmla="*/ 2419402 h 2419402"/>
              <a:gd name="csX18" fmla="*/ 515608 w 3880919"/>
              <a:gd name="csY18" fmla="*/ 2419402 h 2419402"/>
              <a:gd name="csX19" fmla="*/ 0 w 3880919"/>
              <a:gd name="csY19" fmla="*/ 2419402 h 2419402"/>
              <a:gd name="csX20" fmla="*/ 0 w 3880919"/>
              <a:gd name="csY20" fmla="*/ 1887134 h 2419402"/>
              <a:gd name="csX21" fmla="*/ 0 w 3880919"/>
              <a:gd name="csY21" fmla="*/ 1379059 h 2419402"/>
              <a:gd name="csX22" fmla="*/ 0 w 3880919"/>
              <a:gd name="csY22" fmla="*/ 870985 h 2419402"/>
              <a:gd name="csX23" fmla="*/ 0 w 3880919"/>
              <a:gd name="csY23" fmla="*/ 0 h 241940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3880919" h="2419402" extrusionOk="0">
                <a:moveTo>
                  <a:pt x="0" y="0"/>
                </a:moveTo>
                <a:cubicBezTo>
                  <a:pt x="205757" y="-21350"/>
                  <a:pt x="353952" y="24143"/>
                  <a:pt x="476799" y="0"/>
                </a:cubicBezTo>
                <a:cubicBezTo>
                  <a:pt x="599646" y="-24143"/>
                  <a:pt x="808093" y="25988"/>
                  <a:pt x="914788" y="0"/>
                </a:cubicBezTo>
                <a:cubicBezTo>
                  <a:pt x="1021483" y="-25988"/>
                  <a:pt x="1352358" y="15671"/>
                  <a:pt x="1469205" y="0"/>
                </a:cubicBezTo>
                <a:cubicBezTo>
                  <a:pt x="1586052" y="-15671"/>
                  <a:pt x="1785162" y="32046"/>
                  <a:pt x="2062431" y="0"/>
                </a:cubicBezTo>
                <a:cubicBezTo>
                  <a:pt x="2339700" y="-32046"/>
                  <a:pt x="2311120" y="20550"/>
                  <a:pt x="2500421" y="0"/>
                </a:cubicBezTo>
                <a:cubicBezTo>
                  <a:pt x="2689722" y="-20550"/>
                  <a:pt x="2847591" y="30025"/>
                  <a:pt x="2977219" y="0"/>
                </a:cubicBezTo>
                <a:cubicBezTo>
                  <a:pt x="3106847" y="-30025"/>
                  <a:pt x="3678787" y="100548"/>
                  <a:pt x="3880919" y="0"/>
                </a:cubicBezTo>
                <a:cubicBezTo>
                  <a:pt x="3885208" y="215416"/>
                  <a:pt x="3872184" y="423193"/>
                  <a:pt x="3880919" y="532268"/>
                </a:cubicBezTo>
                <a:cubicBezTo>
                  <a:pt x="3889654" y="641343"/>
                  <a:pt x="3830659" y="815517"/>
                  <a:pt x="3880919" y="1016149"/>
                </a:cubicBezTo>
                <a:cubicBezTo>
                  <a:pt x="3931179" y="1216781"/>
                  <a:pt x="3858088" y="1362963"/>
                  <a:pt x="3880919" y="1475835"/>
                </a:cubicBezTo>
                <a:cubicBezTo>
                  <a:pt x="3903750" y="1588707"/>
                  <a:pt x="3861053" y="1786641"/>
                  <a:pt x="3880919" y="1983910"/>
                </a:cubicBezTo>
                <a:cubicBezTo>
                  <a:pt x="3900785" y="2181179"/>
                  <a:pt x="3880485" y="2294752"/>
                  <a:pt x="3880919" y="2419402"/>
                </a:cubicBezTo>
                <a:cubicBezTo>
                  <a:pt x="3654521" y="2453609"/>
                  <a:pt x="3505424" y="2363162"/>
                  <a:pt x="3365311" y="2419402"/>
                </a:cubicBezTo>
                <a:cubicBezTo>
                  <a:pt x="3225198" y="2475642"/>
                  <a:pt x="2931021" y="2387645"/>
                  <a:pt x="2772085" y="2419402"/>
                </a:cubicBezTo>
                <a:cubicBezTo>
                  <a:pt x="2613149" y="2451159"/>
                  <a:pt x="2464071" y="2395809"/>
                  <a:pt x="2217668" y="2419402"/>
                </a:cubicBezTo>
                <a:cubicBezTo>
                  <a:pt x="1971265" y="2442995"/>
                  <a:pt x="1876025" y="2413585"/>
                  <a:pt x="1585633" y="2419402"/>
                </a:cubicBezTo>
                <a:cubicBezTo>
                  <a:pt x="1295242" y="2425219"/>
                  <a:pt x="1231660" y="2412141"/>
                  <a:pt x="953597" y="2419402"/>
                </a:cubicBezTo>
                <a:cubicBezTo>
                  <a:pt x="675534" y="2426663"/>
                  <a:pt x="686807" y="2379182"/>
                  <a:pt x="515608" y="2419402"/>
                </a:cubicBezTo>
                <a:cubicBezTo>
                  <a:pt x="344409" y="2459622"/>
                  <a:pt x="117076" y="2395926"/>
                  <a:pt x="0" y="2419402"/>
                </a:cubicBezTo>
                <a:cubicBezTo>
                  <a:pt x="-6568" y="2181163"/>
                  <a:pt x="19238" y="2021435"/>
                  <a:pt x="0" y="1887134"/>
                </a:cubicBezTo>
                <a:cubicBezTo>
                  <a:pt x="-19238" y="1752833"/>
                  <a:pt x="34210" y="1582501"/>
                  <a:pt x="0" y="1379059"/>
                </a:cubicBezTo>
                <a:cubicBezTo>
                  <a:pt x="-34210" y="1175617"/>
                  <a:pt x="38491" y="980611"/>
                  <a:pt x="0" y="870985"/>
                </a:cubicBezTo>
                <a:cubicBezTo>
                  <a:pt x="-38491" y="761359"/>
                  <a:pt x="51731" y="307387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362668373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Imagen 29">
            <a:extLst>
              <a:ext uri="{FF2B5EF4-FFF2-40B4-BE49-F238E27FC236}">
                <a16:creationId xmlns:a16="http://schemas.microsoft.com/office/drawing/2014/main" id="{CF2D702E-A094-BA3E-2854-31DE7F247DD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437"/>
          <a:stretch>
            <a:fillRect/>
          </a:stretch>
        </p:blipFill>
        <p:spPr>
          <a:xfrm>
            <a:off x="597408" y="979800"/>
            <a:ext cx="5831526" cy="3716826"/>
          </a:xfrm>
          <a:prstGeom prst="rect">
            <a:avLst/>
          </a:prstGeom>
        </p:spPr>
      </p:pic>
      <p:sp>
        <p:nvSpPr>
          <p:cNvPr id="344" name="Google Shape;344;p30"/>
          <p:cNvSpPr txBox="1">
            <a:spLocks noGrp="1"/>
          </p:cNvSpPr>
          <p:nvPr>
            <p:ph type="title"/>
          </p:nvPr>
        </p:nvSpPr>
        <p:spPr>
          <a:xfrm>
            <a:off x="720000" y="387600"/>
            <a:ext cx="7704000" cy="5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DIAGRAMA DE ESTADOS</a:t>
            </a:r>
            <a:endParaRPr dirty="0">
              <a:solidFill>
                <a:schemeClr val="dk1"/>
              </a:solidFill>
            </a:endParaRPr>
          </a:p>
        </p:txBody>
      </p:sp>
      <p:pic>
        <p:nvPicPr>
          <p:cNvPr id="36" name="Imagen 35">
            <a:extLst>
              <a:ext uri="{FF2B5EF4-FFF2-40B4-BE49-F238E27FC236}">
                <a16:creationId xmlns:a16="http://schemas.microsoft.com/office/drawing/2014/main" id="{AD921E8F-9DAF-20FA-8E65-C0A8C36803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8518" y="361503"/>
            <a:ext cx="1942966" cy="1457224"/>
          </a:xfrm>
          <a:prstGeom prst="rect">
            <a:avLst/>
          </a:prstGeom>
        </p:spPr>
      </p:pic>
      <p:graphicFrame>
        <p:nvGraphicFramePr>
          <p:cNvPr id="37" name="Tabla 36">
            <a:extLst>
              <a:ext uri="{FF2B5EF4-FFF2-40B4-BE49-F238E27FC236}">
                <a16:creationId xmlns:a16="http://schemas.microsoft.com/office/drawing/2014/main" id="{70B571C5-877E-6E6C-7109-03E66C9437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8139133"/>
              </p:ext>
            </p:extLst>
          </p:nvPr>
        </p:nvGraphicFramePr>
        <p:xfrm>
          <a:off x="6050159" y="3408010"/>
          <a:ext cx="2990209" cy="1488768"/>
        </p:xfrm>
        <a:graphic>
          <a:graphicData uri="http://schemas.openxmlformats.org/drawingml/2006/table">
            <a:tbl>
              <a:tblPr firstRow="1" firstCol="1" bandRow="1">
                <a:tableStyleId>{616DA210-FB5B-4158-B5E0-FEB733F419BA}</a:tableStyleId>
              </a:tblPr>
              <a:tblGrid>
                <a:gridCol w="693673">
                  <a:extLst>
                    <a:ext uri="{9D8B030D-6E8A-4147-A177-3AD203B41FA5}">
                      <a16:colId xmlns:a16="http://schemas.microsoft.com/office/drawing/2014/main" val="3509447880"/>
                    </a:ext>
                  </a:extLst>
                </a:gridCol>
                <a:gridCol w="2296536">
                  <a:extLst>
                    <a:ext uri="{9D8B030D-6E8A-4147-A177-3AD203B41FA5}">
                      <a16:colId xmlns:a16="http://schemas.microsoft.com/office/drawing/2014/main" val="99701141"/>
                    </a:ext>
                  </a:extLst>
                </a:gridCol>
              </a:tblGrid>
              <a:tr h="14887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900" b="0">
                          <a:effectLst/>
                          <a:latin typeface="Golos Text ExtraBold" panose="020B0604020202020204" charset="0"/>
                          <a:cs typeface="Golos Text ExtraBold" panose="020B0604020202020204" charset="0"/>
                        </a:rPr>
                        <a:t>Nombre</a:t>
                      </a:r>
                      <a:endParaRPr lang="es-PE" sz="900" b="0">
                        <a:effectLst/>
                        <a:latin typeface="Golos Text ExtraBold" panose="020B0604020202020204" charset="0"/>
                        <a:ea typeface="Arial" panose="020B0604020202020204" pitchFamily="34" charset="0"/>
                        <a:cs typeface="Golos Text ExtraBold" panose="020B060402020202020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900" b="0" dirty="0">
                          <a:effectLst/>
                          <a:latin typeface="Golos Text ExtraBold" panose="020B0604020202020204" charset="0"/>
                          <a:cs typeface="Golos Text ExtraBold" panose="020B0604020202020204" charset="0"/>
                        </a:rPr>
                        <a:t>Descripción</a:t>
                      </a:r>
                      <a:endParaRPr lang="es-PE" sz="900" b="0" dirty="0">
                        <a:effectLst/>
                        <a:latin typeface="Golos Text ExtraBold" panose="020B0604020202020204" charset="0"/>
                        <a:ea typeface="Arial" panose="020B0604020202020204" pitchFamily="34" charset="0"/>
                        <a:cs typeface="Golos Text ExtraBold" panose="020B060402020202020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91750311"/>
                  </a:ext>
                </a:extLst>
              </a:tr>
              <a:tr h="29775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900" b="0">
                          <a:effectLst/>
                          <a:latin typeface="Golos Text ExtraBold" panose="020B0604020202020204" charset="0"/>
                          <a:cs typeface="Golos Text ExtraBold" panose="020B0604020202020204" charset="0"/>
                        </a:rPr>
                        <a:t>Trafico</a:t>
                      </a:r>
                      <a:endParaRPr lang="es-PE" sz="900" b="0">
                        <a:effectLst/>
                        <a:latin typeface="Golos Text ExtraBold" panose="020B0604020202020204" charset="0"/>
                        <a:ea typeface="Arial" panose="020B0604020202020204" pitchFamily="34" charset="0"/>
                        <a:cs typeface="Golos Text ExtraBold" panose="020B060402020202020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900" b="0">
                          <a:effectLst/>
                          <a:latin typeface="Golos Text ExtraBold" panose="020B0604020202020204" charset="0"/>
                          <a:cs typeface="Golos Text ExtraBold" panose="020B0604020202020204" charset="0"/>
                        </a:rPr>
                        <a:t>Se detecta tráfico en cualquier semáforo (0).</a:t>
                      </a:r>
                      <a:endParaRPr lang="es-PE" sz="900" b="0">
                        <a:effectLst/>
                        <a:latin typeface="Golos Text ExtraBold" panose="020B0604020202020204" charset="0"/>
                        <a:ea typeface="Arial" panose="020B0604020202020204" pitchFamily="34" charset="0"/>
                        <a:cs typeface="Golos Text ExtraBold" panose="020B060402020202020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93090762"/>
                  </a:ext>
                </a:extLst>
              </a:tr>
              <a:tr h="14887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900" b="0">
                          <a:effectLst/>
                          <a:latin typeface="Golos Text ExtraBold" panose="020B0604020202020204" charset="0"/>
                          <a:cs typeface="Golos Text ExtraBold" panose="020B0604020202020204" charset="0"/>
                        </a:rPr>
                        <a:t>! Trafico</a:t>
                      </a:r>
                      <a:endParaRPr lang="es-PE" sz="900" b="0">
                        <a:effectLst/>
                        <a:latin typeface="Golos Text ExtraBold" panose="020B0604020202020204" charset="0"/>
                        <a:ea typeface="Arial" panose="020B0604020202020204" pitchFamily="34" charset="0"/>
                        <a:cs typeface="Golos Text ExtraBold" panose="020B060402020202020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900" b="0" dirty="0">
                          <a:effectLst/>
                          <a:latin typeface="Golos Text ExtraBold" panose="020B0604020202020204" charset="0"/>
                          <a:cs typeface="Golos Text ExtraBold" panose="020B0604020202020204" charset="0"/>
                        </a:rPr>
                        <a:t>No se detecta tráfico (1).</a:t>
                      </a:r>
                      <a:endParaRPr lang="es-PE" sz="900" b="0" dirty="0">
                        <a:effectLst/>
                        <a:latin typeface="Golos Text ExtraBold" panose="020B0604020202020204" charset="0"/>
                        <a:ea typeface="Arial" panose="020B0604020202020204" pitchFamily="34" charset="0"/>
                        <a:cs typeface="Golos Text ExtraBold" panose="020B060402020202020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7587413"/>
                  </a:ext>
                </a:extLst>
              </a:tr>
              <a:tr h="14887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900" b="0">
                          <a:effectLst/>
                          <a:latin typeface="Golos Text ExtraBold" panose="020B0604020202020204" charset="0"/>
                          <a:cs typeface="Golos Text ExtraBold" panose="020B0604020202020204" charset="0"/>
                        </a:rPr>
                        <a:t>X tiempo</a:t>
                      </a:r>
                      <a:endParaRPr lang="es-PE" sz="900" b="0">
                        <a:effectLst/>
                        <a:latin typeface="Golos Text ExtraBold" panose="020B0604020202020204" charset="0"/>
                        <a:ea typeface="Arial" panose="020B0604020202020204" pitchFamily="34" charset="0"/>
                        <a:cs typeface="Golos Text ExtraBold" panose="020B060402020202020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900" b="0" dirty="0">
                          <a:effectLst/>
                          <a:latin typeface="Golos Text ExtraBold" panose="020B0604020202020204" charset="0"/>
                          <a:cs typeface="Golos Text ExtraBold" panose="020B0604020202020204" charset="0"/>
                        </a:rPr>
                        <a:t>Pasó “X” tiempo.</a:t>
                      </a:r>
                      <a:endParaRPr lang="es-PE" sz="900" b="0" dirty="0">
                        <a:effectLst/>
                        <a:latin typeface="Golos Text ExtraBold" panose="020B0604020202020204" charset="0"/>
                        <a:ea typeface="Arial" panose="020B0604020202020204" pitchFamily="34" charset="0"/>
                        <a:cs typeface="Golos Text ExtraBold" panose="020B060402020202020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66452721"/>
                  </a:ext>
                </a:extLst>
              </a:tr>
              <a:tr h="14887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900" b="0">
                          <a:effectLst/>
                          <a:latin typeface="Golos Text ExtraBold" panose="020B0604020202020204" charset="0"/>
                          <a:cs typeface="Golos Text ExtraBold" panose="020B0604020202020204" charset="0"/>
                        </a:rPr>
                        <a:t>Y tiempo</a:t>
                      </a:r>
                      <a:endParaRPr lang="es-PE" sz="900" b="0">
                        <a:effectLst/>
                        <a:latin typeface="Golos Text ExtraBold" panose="020B0604020202020204" charset="0"/>
                        <a:ea typeface="Arial" panose="020B0604020202020204" pitchFamily="34" charset="0"/>
                        <a:cs typeface="Golos Text ExtraBold" panose="020B060402020202020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900" b="0">
                          <a:effectLst/>
                          <a:latin typeface="Golos Text ExtraBold" panose="020B0604020202020204" charset="0"/>
                          <a:cs typeface="Golos Text ExtraBold" panose="020B0604020202020204" charset="0"/>
                        </a:rPr>
                        <a:t>Pasó “Y” tiempo.</a:t>
                      </a:r>
                      <a:endParaRPr lang="es-PE" sz="900" b="0">
                        <a:effectLst/>
                        <a:latin typeface="Golos Text ExtraBold" panose="020B0604020202020204" charset="0"/>
                        <a:ea typeface="Arial" panose="020B0604020202020204" pitchFamily="34" charset="0"/>
                        <a:cs typeface="Golos Text ExtraBold" panose="020B060402020202020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5268357"/>
                  </a:ext>
                </a:extLst>
              </a:tr>
              <a:tr h="29775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900" b="0">
                          <a:effectLst/>
                          <a:latin typeface="Golos Text ExtraBold" panose="020B0604020202020204" charset="0"/>
                          <a:cs typeface="Golos Text ExtraBold" panose="020B0604020202020204" charset="0"/>
                        </a:rPr>
                        <a:t>RL</a:t>
                      </a:r>
                      <a:endParaRPr lang="es-PE" sz="900" b="0">
                        <a:effectLst/>
                        <a:latin typeface="Golos Text ExtraBold" panose="020B0604020202020204" charset="0"/>
                        <a:ea typeface="Arial" panose="020B0604020202020204" pitchFamily="34" charset="0"/>
                        <a:cs typeface="Golos Text ExtraBold" panose="020B060402020202020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900" b="0" dirty="0">
                          <a:effectLst/>
                          <a:latin typeface="Golos Text ExtraBold" panose="020B0604020202020204" charset="0"/>
                          <a:cs typeface="Golos Text ExtraBold" panose="020B0604020202020204" charset="0"/>
                        </a:rPr>
                        <a:t>Se registran los cambios de estado en el Log.</a:t>
                      </a:r>
                      <a:endParaRPr lang="es-PE" sz="900" b="0" dirty="0">
                        <a:effectLst/>
                        <a:latin typeface="Golos Text ExtraBold" panose="020B0604020202020204" charset="0"/>
                        <a:ea typeface="Arial" panose="020B0604020202020204" pitchFamily="34" charset="0"/>
                        <a:cs typeface="Golos Text ExtraBold" panose="020B060402020202020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23051918"/>
                  </a:ext>
                </a:extLst>
              </a:tr>
              <a:tr h="14887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900" b="0">
                          <a:effectLst/>
                          <a:latin typeface="Golos Text ExtraBold" panose="020B0604020202020204" charset="0"/>
                          <a:cs typeface="Golos Text ExtraBold" panose="020B0604020202020204" charset="0"/>
                        </a:rPr>
                        <a:t>Trafico1</a:t>
                      </a:r>
                      <a:endParaRPr lang="es-PE" sz="900" b="0">
                        <a:effectLst/>
                        <a:latin typeface="Golos Text ExtraBold" panose="020B0604020202020204" charset="0"/>
                        <a:ea typeface="Arial" panose="020B0604020202020204" pitchFamily="34" charset="0"/>
                        <a:cs typeface="Golos Text ExtraBold" panose="020B060402020202020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900" b="0">
                          <a:effectLst/>
                          <a:latin typeface="Golos Text ExtraBold" panose="020B0604020202020204" charset="0"/>
                          <a:cs typeface="Golos Text ExtraBold" panose="020B0604020202020204" charset="0"/>
                        </a:rPr>
                        <a:t>Se detecta tráfico en el semáforo 1.</a:t>
                      </a:r>
                      <a:endParaRPr lang="es-PE" sz="900" b="0">
                        <a:effectLst/>
                        <a:latin typeface="Golos Text ExtraBold" panose="020B0604020202020204" charset="0"/>
                        <a:ea typeface="Arial" panose="020B0604020202020204" pitchFamily="34" charset="0"/>
                        <a:cs typeface="Golos Text ExtraBold" panose="020B060402020202020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00501145"/>
                  </a:ext>
                </a:extLst>
              </a:tr>
              <a:tr h="14887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900" b="0">
                          <a:effectLst/>
                          <a:latin typeface="Golos Text ExtraBold" panose="020B0604020202020204" charset="0"/>
                          <a:cs typeface="Golos Text ExtraBold" panose="020B0604020202020204" charset="0"/>
                        </a:rPr>
                        <a:t>Trafico2</a:t>
                      </a:r>
                      <a:endParaRPr lang="es-PE" sz="900" b="0">
                        <a:effectLst/>
                        <a:latin typeface="Golos Text ExtraBold" panose="020B0604020202020204" charset="0"/>
                        <a:ea typeface="Arial" panose="020B0604020202020204" pitchFamily="34" charset="0"/>
                        <a:cs typeface="Golos Text ExtraBold" panose="020B060402020202020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900" b="0" dirty="0">
                          <a:effectLst/>
                          <a:latin typeface="Golos Text ExtraBold" panose="020B0604020202020204" charset="0"/>
                          <a:cs typeface="Golos Text ExtraBold" panose="020B0604020202020204" charset="0"/>
                        </a:rPr>
                        <a:t>Se detecta trafico en el semáforo 2.</a:t>
                      </a:r>
                      <a:endParaRPr lang="es-PE" sz="900" b="0" dirty="0">
                        <a:effectLst/>
                        <a:latin typeface="Golos Text ExtraBold" panose="020B0604020202020204" charset="0"/>
                        <a:ea typeface="Arial" panose="020B0604020202020204" pitchFamily="34" charset="0"/>
                        <a:cs typeface="Golos Text ExtraBold" panose="020B060402020202020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89632421"/>
                  </a:ext>
                </a:extLst>
              </a:tr>
            </a:tbl>
          </a:graphicData>
        </a:graphic>
      </p:graphicFrame>
      <p:graphicFrame>
        <p:nvGraphicFramePr>
          <p:cNvPr id="38" name="Tabla 37">
            <a:extLst>
              <a:ext uri="{FF2B5EF4-FFF2-40B4-BE49-F238E27FC236}">
                <a16:creationId xmlns:a16="http://schemas.microsoft.com/office/drawing/2014/main" id="{C7C1C61F-282E-862B-55FC-645463A2E2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6656520"/>
              </p:ext>
            </p:extLst>
          </p:nvPr>
        </p:nvGraphicFramePr>
        <p:xfrm>
          <a:off x="6260975" y="1943993"/>
          <a:ext cx="2568575" cy="1213485"/>
        </p:xfrm>
        <a:graphic>
          <a:graphicData uri="http://schemas.openxmlformats.org/drawingml/2006/table">
            <a:tbl>
              <a:tblPr firstRow="1" firstCol="1" bandRow="1">
                <a:tableStyleId>{616DA210-FB5B-4158-B5E0-FEB733F419BA}</a:tableStyleId>
              </a:tblPr>
              <a:tblGrid>
                <a:gridCol w="664845">
                  <a:extLst>
                    <a:ext uri="{9D8B030D-6E8A-4147-A177-3AD203B41FA5}">
                      <a16:colId xmlns:a16="http://schemas.microsoft.com/office/drawing/2014/main" val="2176144878"/>
                    </a:ext>
                  </a:extLst>
                </a:gridCol>
                <a:gridCol w="1042670">
                  <a:extLst>
                    <a:ext uri="{9D8B030D-6E8A-4147-A177-3AD203B41FA5}">
                      <a16:colId xmlns:a16="http://schemas.microsoft.com/office/drawing/2014/main" val="1376166381"/>
                    </a:ext>
                  </a:extLst>
                </a:gridCol>
                <a:gridCol w="861060">
                  <a:extLst>
                    <a:ext uri="{9D8B030D-6E8A-4147-A177-3AD203B41FA5}">
                      <a16:colId xmlns:a16="http://schemas.microsoft.com/office/drawing/2014/main" val="4069978244"/>
                    </a:ext>
                  </a:extLst>
                </a:gridCol>
              </a:tblGrid>
              <a:tr h="1187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100">
                          <a:effectLst/>
                          <a:latin typeface="Golos Text ExtraBold" panose="020B0604020202020204" charset="0"/>
                          <a:cs typeface="Golos Text ExtraBold" panose="020B0604020202020204" charset="0"/>
                        </a:rPr>
                        <a:t>Nombre</a:t>
                      </a:r>
                      <a:endParaRPr lang="es-PE" sz="1100">
                        <a:effectLst/>
                        <a:latin typeface="Golos Text ExtraBold" panose="020B0604020202020204" charset="0"/>
                        <a:ea typeface="Arial" panose="020B0604020202020204" pitchFamily="34" charset="0"/>
                        <a:cs typeface="Golos Text ExtraBold" panose="020B060402020202020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100">
                          <a:effectLst/>
                          <a:latin typeface="Golos Text ExtraBold" panose="020B0604020202020204" charset="0"/>
                          <a:cs typeface="Golos Text ExtraBold" panose="020B0604020202020204" charset="0"/>
                        </a:rPr>
                        <a:t>Semáforo 1 (S1)</a:t>
                      </a:r>
                      <a:endParaRPr lang="es-PE" sz="1100">
                        <a:effectLst/>
                        <a:latin typeface="Golos Text ExtraBold" panose="020B0604020202020204" charset="0"/>
                        <a:ea typeface="Arial" panose="020B0604020202020204" pitchFamily="34" charset="0"/>
                        <a:cs typeface="Golos Text ExtraBold" panose="020B060402020202020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100">
                          <a:effectLst/>
                          <a:latin typeface="Golos Text ExtraBold" panose="020B0604020202020204" charset="0"/>
                          <a:cs typeface="Golos Text ExtraBold" panose="020B0604020202020204" charset="0"/>
                        </a:rPr>
                        <a:t>Semáforo 2 (S2)</a:t>
                      </a:r>
                      <a:endParaRPr lang="es-PE" sz="1100">
                        <a:effectLst/>
                        <a:latin typeface="Golos Text ExtraBold" panose="020B0604020202020204" charset="0"/>
                        <a:ea typeface="Arial" panose="020B0604020202020204" pitchFamily="34" charset="0"/>
                        <a:cs typeface="Golos Text ExtraBold" panose="020B060402020202020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7263746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100">
                          <a:effectLst/>
                          <a:latin typeface="Golos Text ExtraBold" panose="020B0604020202020204" charset="0"/>
                          <a:cs typeface="Golos Text ExtraBold" panose="020B0604020202020204" charset="0"/>
                        </a:rPr>
                        <a:t>E1</a:t>
                      </a:r>
                      <a:endParaRPr lang="es-PE" sz="1100">
                        <a:effectLst/>
                        <a:latin typeface="Golos Text ExtraBold" panose="020B0604020202020204" charset="0"/>
                        <a:ea typeface="Arial" panose="020B0604020202020204" pitchFamily="34" charset="0"/>
                        <a:cs typeface="Golos Text ExtraBold" panose="020B060402020202020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100">
                          <a:effectLst/>
                          <a:latin typeface="Golos Text ExtraBold" panose="020B0604020202020204" charset="0"/>
                          <a:cs typeface="Golos Text ExtraBold" panose="020B0604020202020204" charset="0"/>
                        </a:rPr>
                        <a:t>Verde</a:t>
                      </a:r>
                      <a:endParaRPr lang="es-PE" sz="1100">
                        <a:effectLst/>
                        <a:latin typeface="Golos Text ExtraBold" panose="020B0604020202020204" charset="0"/>
                        <a:ea typeface="Arial" panose="020B0604020202020204" pitchFamily="34" charset="0"/>
                        <a:cs typeface="Golos Text ExtraBold" panose="020B060402020202020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100">
                          <a:effectLst/>
                          <a:latin typeface="Golos Text ExtraBold" panose="020B0604020202020204" charset="0"/>
                          <a:cs typeface="Golos Text ExtraBold" panose="020B0604020202020204" charset="0"/>
                        </a:rPr>
                        <a:t>Rojo</a:t>
                      </a:r>
                      <a:endParaRPr lang="es-PE" sz="1100">
                        <a:effectLst/>
                        <a:latin typeface="Golos Text ExtraBold" panose="020B0604020202020204" charset="0"/>
                        <a:ea typeface="Arial" panose="020B0604020202020204" pitchFamily="34" charset="0"/>
                        <a:cs typeface="Golos Text ExtraBold" panose="020B060402020202020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84719402"/>
                  </a:ext>
                </a:extLst>
              </a:tr>
              <a:tr h="17335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100">
                          <a:effectLst/>
                          <a:latin typeface="Golos Text ExtraBold" panose="020B0604020202020204" charset="0"/>
                          <a:cs typeface="Golos Text ExtraBold" panose="020B0604020202020204" charset="0"/>
                        </a:rPr>
                        <a:t>E2</a:t>
                      </a:r>
                      <a:endParaRPr lang="es-PE" sz="1100">
                        <a:effectLst/>
                        <a:latin typeface="Golos Text ExtraBold" panose="020B0604020202020204" charset="0"/>
                        <a:ea typeface="Arial" panose="020B0604020202020204" pitchFamily="34" charset="0"/>
                        <a:cs typeface="Golos Text ExtraBold" panose="020B060402020202020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100">
                          <a:effectLst/>
                          <a:latin typeface="Golos Text ExtraBold" panose="020B0604020202020204" charset="0"/>
                          <a:cs typeface="Golos Text ExtraBold" panose="020B0604020202020204" charset="0"/>
                        </a:rPr>
                        <a:t>Amarillo</a:t>
                      </a:r>
                      <a:endParaRPr lang="es-PE" sz="1100">
                        <a:effectLst/>
                        <a:latin typeface="Golos Text ExtraBold" panose="020B0604020202020204" charset="0"/>
                        <a:ea typeface="Arial" panose="020B0604020202020204" pitchFamily="34" charset="0"/>
                        <a:cs typeface="Golos Text ExtraBold" panose="020B060402020202020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100">
                          <a:effectLst/>
                          <a:latin typeface="Golos Text ExtraBold" panose="020B0604020202020204" charset="0"/>
                          <a:cs typeface="Golos Text ExtraBold" panose="020B0604020202020204" charset="0"/>
                        </a:rPr>
                        <a:t>Rojo</a:t>
                      </a:r>
                      <a:endParaRPr lang="es-PE" sz="1100">
                        <a:effectLst/>
                        <a:latin typeface="Golos Text ExtraBold" panose="020B0604020202020204" charset="0"/>
                        <a:ea typeface="Arial" panose="020B0604020202020204" pitchFamily="34" charset="0"/>
                        <a:cs typeface="Golos Text ExtraBold" panose="020B060402020202020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69945786"/>
                  </a:ext>
                </a:extLst>
              </a:tr>
              <a:tr h="17335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100">
                          <a:effectLst/>
                          <a:latin typeface="Golos Text ExtraBold" panose="020B0604020202020204" charset="0"/>
                          <a:cs typeface="Golos Text ExtraBold" panose="020B0604020202020204" charset="0"/>
                        </a:rPr>
                        <a:t>E3</a:t>
                      </a:r>
                      <a:endParaRPr lang="es-PE" sz="1100">
                        <a:effectLst/>
                        <a:latin typeface="Golos Text ExtraBold" panose="020B0604020202020204" charset="0"/>
                        <a:ea typeface="Arial" panose="020B0604020202020204" pitchFamily="34" charset="0"/>
                        <a:cs typeface="Golos Text ExtraBold" panose="020B060402020202020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100">
                          <a:effectLst/>
                          <a:latin typeface="Golos Text ExtraBold" panose="020B0604020202020204" charset="0"/>
                          <a:cs typeface="Golos Text ExtraBold" panose="020B0604020202020204" charset="0"/>
                        </a:rPr>
                        <a:t>Rojo</a:t>
                      </a:r>
                      <a:endParaRPr lang="es-PE" sz="1100">
                        <a:effectLst/>
                        <a:latin typeface="Golos Text ExtraBold" panose="020B0604020202020204" charset="0"/>
                        <a:ea typeface="Arial" panose="020B0604020202020204" pitchFamily="34" charset="0"/>
                        <a:cs typeface="Golos Text ExtraBold" panose="020B060402020202020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100">
                          <a:effectLst/>
                          <a:latin typeface="Golos Text ExtraBold" panose="020B0604020202020204" charset="0"/>
                          <a:cs typeface="Golos Text ExtraBold" panose="020B0604020202020204" charset="0"/>
                        </a:rPr>
                        <a:t>Verde</a:t>
                      </a:r>
                      <a:endParaRPr lang="es-PE" sz="1100">
                        <a:effectLst/>
                        <a:latin typeface="Golos Text ExtraBold" panose="020B0604020202020204" charset="0"/>
                        <a:ea typeface="Arial" panose="020B0604020202020204" pitchFamily="34" charset="0"/>
                        <a:cs typeface="Golos Text ExtraBold" panose="020B060402020202020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44497933"/>
                  </a:ext>
                </a:extLst>
              </a:tr>
              <a:tr h="1504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100">
                          <a:effectLst/>
                          <a:latin typeface="Golos Text ExtraBold" panose="020B0604020202020204" charset="0"/>
                          <a:cs typeface="Golos Text ExtraBold" panose="020B0604020202020204" charset="0"/>
                        </a:rPr>
                        <a:t>E4</a:t>
                      </a:r>
                      <a:endParaRPr lang="es-PE" sz="1100">
                        <a:effectLst/>
                        <a:latin typeface="Golos Text ExtraBold" panose="020B0604020202020204" charset="0"/>
                        <a:ea typeface="Arial" panose="020B0604020202020204" pitchFamily="34" charset="0"/>
                        <a:cs typeface="Golos Text ExtraBold" panose="020B060402020202020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100">
                          <a:effectLst/>
                          <a:latin typeface="Golos Text ExtraBold" panose="020B0604020202020204" charset="0"/>
                          <a:cs typeface="Golos Text ExtraBold" panose="020B0604020202020204" charset="0"/>
                        </a:rPr>
                        <a:t>Rojo</a:t>
                      </a:r>
                      <a:endParaRPr lang="es-PE" sz="1100">
                        <a:effectLst/>
                        <a:latin typeface="Golos Text ExtraBold" panose="020B0604020202020204" charset="0"/>
                        <a:ea typeface="Arial" panose="020B0604020202020204" pitchFamily="34" charset="0"/>
                        <a:cs typeface="Golos Text ExtraBold" panose="020B060402020202020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100">
                          <a:effectLst/>
                          <a:latin typeface="Golos Text ExtraBold" panose="020B0604020202020204" charset="0"/>
                          <a:cs typeface="Golos Text ExtraBold" panose="020B0604020202020204" charset="0"/>
                        </a:rPr>
                        <a:t>Amarillo</a:t>
                      </a:r>
                      <a:endParaRPr lang="es-PE" sz="1100">
                        <a:effectLst/>
                        <a:latin typeface="Golos Text ExtraBold" panose="020B0604020202020204" charset="0"/>
                        <a:ea typeface="Arial" panose="020B0604020202020204" pitchFamily="34" charset="0"/>
                        <a:cs typeface="Golos Text ExtraBold" panose="020B060402020202020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44995041"/>
                  </a:ext>
                </a:extLst>
              </a:tr>
              <a:tr h="17335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100">
                          <a:effectLst/>
                          <a:latin typeface="Golos Text ExtraBold" panose="020B0604020202020204" charset="0"/>
                          <a:cs typeface="Golos Text ExtraBold" panose="020B0604020202020204" charset="0"/>
                        </a:rPr>
                        <a:t>EN</a:t>
                      </a:r>
                      <a:endParaRPr lang="es-PE" sz="1100">
                        <a:effectLst/>
                        <a:latin typeface="Golos Text ExtraBold" panose="020B0604020202020204" charset="0"/>
                        <a:ea typeface="Arial" panose="020B0604020202020204" pitchFamily="34" charset="0"/>
                        <a:cs typeface="Golos Text ExtraBold" panose="020B060402020202020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100">
                          <a:effectLst/>
                          <a:latin typeface="Golos Text ExtraBold" panose="020B0604020202020204" charset="0"/>
                          <a:cs typeface="Golos Text ExtraBold" panose="020B0604020202020204" charset="0"/>
                        </a:rPr>
                        <a:t>Amarillo</a:t>
                      </a:r>
                      <a:endParaRPr lang="es-PE" sz="1100">
                        <a:effectLst/>
                        <a:latin typeface="Golos Text ExtraBold" panose="020B0604020202020204" charset="0"/>
                        <a:ea typeface="Arial" panose="020B0604020202020204" pitchFamily="34" charset="0"/>
                        <a:cs typeface="Golos Text ExtraBold" panose="020B060402020202020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100" dirty="0">
                          <a:effectLst/>
                          <a:latin typeface="Golos Text ExtraBold" panose="020B0604020202020204" charset="0"/>
                          <a:cs typeface="Golos Text ExtraBold" panose="020B0604020202020204" charset="0"/>
                        </a:rPr>
                        <a:t>Amarillo</a:t>
                      </a:r>
                      <a:endParaRPr lang="es-PE" sz="1100" dirty="0">
                        <a:effectLst/>
                        <a:latin typeface="Golos Text ExtraBold" panose="020B0604020202020204" charset="0"/>
                        <a:ea typeface="Arial" panose="020B0604020202020204" pitchFamily="34" charset="0"/>
                        <a:cs typeface="Golos Text ExtraBold" panose="020B060402020202020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521882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1" name="Shape 12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26;p29">
            <a:extLst>
              <a:ext uri="{FF2B5EF4-FFF2-40B4-BE49-F238E27FC236}">
                <a16:creationId xmlns:a16="http://schemas.microsoft.com/office/drawing/2014/main" id="{4D23A9A8-AC4C-D9F6-F315-6BAA9AF53050}"/>
              </a:ext>
            </a:extLst>
          </p:cNvPr>
          <p:cNvSpPr txBox="1">
            <a:spLocks/>
          </p:cNvSpPr>
          <p:nvPr/>
        </p:nvSpPr>
        <p:spPr>
          <a:xfrm>
            <a:off x="2971381" y="2099840"/>
            <a:ext cx="3201237" cy="94381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s-PE" sz="4400" dirty="0">
                <a:solidFill>
                  <a:schemeClr val="dk1"/>
                </a:solidFill>
                <a:highlight>
                  <a:srgbClr val="00FFFF"/>
                </a:highlight>
                <a:latin typeface="Golos Text ExtraBold" panose="020B0604020202020204" charset="0"/>
                <a:cs typeface="Golos Text ExtraBold" panose="020B0604020202020204" charset="0"/>
              </a:rPr>
              <a:t>¡GRACIAS!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oftware Engineer Portfolio by Slidesgo">
  <a:themeElements>
    <a:clrScheme name="Simple Light">
      <a:dk1>
        <a:srgbClr val="070E49"/>
      </a:dk1>
      <a:lt1>
        <a:srgbClr val="FFFFFF"/>
      </a:lt1>
      <a:dk2>
        <a:srgbClr val="DED7FF"/>
      </a:dk2>
      <a:lt2>
        <a:srgbClr val="B19CFE"/>
      </a:lt2>
      <a:accent1>
        <a:srgbClr val="542FD0"/>
      </a:accent1>
      <a:accent2>
        <a:srgbClr val="F61B93"/>
      </a:accent2>
      <a:accent3>
        <a:srgbClr val="FFC655"/>
      </a:accent3>
      <a:accent4>
        <a:srgbClr val="FFFFFF"/>
      </a:accent4>
      <a:accent5>
        <a:srgbClr val="FFFFFF"/>
      </a:accent5>
      <a:accent6>
        <a:srgbClr val="FFFFFF"/>
      </a:accent6>
      <a:hlink>
        <a:srgbClr val="070E4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210</Words>
  <Application>Microsoft Office PowerPoint</Application>
  <PresentationFormat>Presentación en pantalla (16:9)</PresentationFormat>
  <Paragraphs>57</Paragraphs>
  <Slides>5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5</vt:i4>
      </vt:variant>
    </vt:vector>
  </HeadingPairs>
  <TitlesOfParts>
    <vt:vector size="12" baseType="lpstr">
      <vt:lpstr>DM Sans</vt:lpstr>
      <vt:lpstr>Palanquin Dark</vt:lpstr>
      <vt:lpstr>Arial</vt:lpstr>
      <vt:lpstr>Proxima Nova</vt:lpstr>
      <vt:lpstr>Golos Text ExtraBold</vt:lpstr>
      <vt:lpstr>Software Engineer Portfolio by Slidesgo</vt:lpstr>
      <vt:lpstr>Slidesgo Final Pages</vt:lpstr>
      <vt:lpstr>SIMULADOR DE SISTEMA DE SEMAFOROS INTELIGENTE</vt:lpstr>
      <vt:lpstr>REQUERIMIENTOS DE FIRMWARE</vt:lpstr>
      <vt:lpstr>CASOS DE USO</vt:lpstr>
      <vt:lpstr>DIAGRAMA DE ESTADOS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MetByEnt</dc:creator>
  <cp:lastModifiedBy>CRISTIAN</cp:lastModifiedBy>
  <cp:revision>1</cp:revision>
  <dcterms:modified xsi:type="dcterms:W3CDTF">2026-04-27T20:40:20Z</dcterms:modified>
</cp:coreProperties>
</file>