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8"/>
  </p:notesMasterIdLst>
  <p:sldIdLst>
    <p:sldId id="256" r:id="rId3"/>
    <p:sldId id="258" r:id="rId4"/>
    <p:sldId id="259" r:id="rId5"/>
    <p:sldId id="257" r:id="rId6"/>
    <p:sldId id="295" r:id="rId7"/>
  </p:sldIdLst>
  <p:sldSz cx="9144000" cy="5143500" type="screen16x9"/>
  <p:notesSz cx="6858000" cy="9144000"/>
  <p:embeddedFontLst>
    <p:embeddedFont>
      <p:font typeface="DM Sans" pitchFamily="2" charset="0"/>
      <p:regular r:id="rId9"/>
      <p:bold r:id="rId10"/>
      <p:italic r:id="rId11"/>
      <p:boldItalic r:id="rId12"/>
    </p:embeddedFont>
    <p:embeddedFont>
      <p:font typeface="Golos Text ExtraBold" panose="020B0604020202020204" charset="0"/>
      <p:bold r:id="rId13"/>
    </p:embeddedFont>
    <p:embeddedFont>
      <p:font typeface="Palanquin Dark" panose="020B0604020202020204" charset="0"/>
      <p:regular r:id="rId14"/>
      <p:bold r:id="rId15"/>
    </p:embeddedFont>
    <p:embeddedFont>
      <p:font typeface="Proxima Nova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371FD1-E22E-4883-8689-880B295FCAD1}">
  <a:tblStyle styleId="{6A371FD1-E22E-4883-8689-880B295FCA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15AA016-88AE-4860-B83D-CC76BF73E8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7" y="-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cd280f8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cd280f8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34544eb2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34544eb2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3" name="Google Shape;12843;g24e3d71a347_0_27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4" name="Google Shape;12844;g24e3d71a347_0_27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87350" y="566398"/>
            <a:ext cx="8169300" cy="4010705"/>
            <a:chOff x="451125" y="564812"/>
            <a:chExt cx="8169300" cy="4010705"/>
          </a:xfrm>
        </p:grpSpPr>
        <p:sp>
          <p:nvSpPr>
            <p:cNvPr id="10" name="Google Shape;10;p2"/>
            <p:cNvSpPr/>
            <p:nvPr/>
          </p:nvSpPr>
          <p:spPr>
            <a:xfrm>
              <a:off x="451125" y="629550"/>
              <a:ext cx="8169300" cy="38844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4511128" y="564812"/>
              <a:ext cx="118496" cy="119189"/>
              <a:chOff x="6916887" y="844381"/>
              <a:chExt cx="102870" cy="10348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2100366" y="4456328"/>
              <a:ext cx="118496" cy="119189"/>
              <a:chOff x="6620258" y="1050444"/>
              <a:chExt cx="102870" cy="103481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46211" y="1331250"/>
            <a:ext cx="3683400" cy="21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946222" y="3521725"/>
            <a:ext cx="36834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459961" y="-684019"/>
            <a:ext cx="1368067" cy="1368031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-153262" y="4239696"/>
            <a:ext cx="738567" cy="737774"/>
          </a:xfrm>
          <a:custGeom>
            <a:avLst/>
            <a:gdLst/>
            <a:ahLst/>
            <a:cxnLst/>
            <a:rect l="l" t="t" r="r" b="b"/>
            <a:pathLst>
              <a:path w="9613" h="9603" fill="none" extrusionOk="0">
                <a:moveTo>
                  <a:pt x="7487" y="1270"/>
                </a:moveTo>
                <a:lnTo>
                  <a:pt x="6926" y="1777"/>
                </a:lnTo>
                <a:cubicBezTo>
                  <a:pt x="6905" y="1798"/>
                  <a:pt x="6895" y="1809"/>
                  <a:pt x="6884" y="1830"/>
                </a:cubicBezTo>
                <a:cubicBezTo>
                  <a:pt x="6525" y="1587"/>
                  <a:pt x="6144" y="1407"/>
                  <a:pt x="5742" y="1301"/>
                </a:cubicBezTo>
                <a:cubicBezTo>
                  <a:pt x="5742" y="1280"/>
                  <a:pt x="5742" y="1248"/>
                  <a:pt x="5753" y="1227"/>
                </a:cubicBezTo>
                <a:lnTo>
                  <a:pt x="5774" y="477"/>
                </a:lnTo>
                <a:cubicBezTo>
                  <a:pt x="5784" y="244"/>
                  <a:pt x="5605" y="43"/>
                  <a:pt x="5372" y="32"/>
                </a:cubicBezTo>
                <a:lnTo>
                  <a:pt x="4621" y="11"/>
                </a:lnTo>
                <a:cubicBezTo>
                  <a:pt x="4389" y="1"/>
                  <a:pt x="4188" y="180"/>
                  <a:pt x="4177" y="413"/>
                </a:cubicBezTo>
                <a:lnTo>
                  <a:pt x="4145" y="1164"/>
                </a:lnTo>
                <a:cubicBezTo>
                  <a:pt x="4145" y="1196"/>
                  <a:pt x="4145" y="1217"/>
                  <a:pt x="4156" y="1238"/>
                </a:cubicBezTo>
                <a:cubicBezTo>
                  <a:pt x="3754" y="1312"/>
                  <a:pt x="3363" y="1449"/>
                  <a:pt x="3003" y="1661"/>
                </a:cubicBezTo>
                <a:cubicBezTo>
                  <a:pt x="2993" y="1640"/>
                  <a:pt x="2972" y="1619"/>
                  <a:pt x="2961" y="1597"/>
                </a:cubicBezTo>
                <a:lnTo>
                  <a:pt x="2454" y="1048"/>
                </a:lnTo>
                <a:cubicBezTo>
                  <a:pt x="2295" y="878"/>
                  <a:pt x="2020" y="868"/>
                  <a:pt x="1851" y="1016"/>
                </a:cubicBezTo>
                <a:lnTo>
                  <a:pt x="1301" y="1523"/>
                </a:lnTo>
                <a:cubicBezTo>
                  <a:pt x="1121" y="1682"/>
                  <a:pt x="1111" y="1957"/>
                  <a:pt x="1269" y="2126"/>
                </a:cubicBezTo>
                <a:lnTo>
                  <a:pt x="1777" y="2676"/>
                </a:lnTo>
                <a:cubicBezTo>
                  <a:pt x="1798" y="2697"/>
                  <a:pt x="1819" y="2718"/>
                  <a:pt x="1830" y="2729"/>
                </a:cubicBezTo>
                <a:cubicBezTo>
                  <a:pt x="1586" y="3078"/>
                  <a:pt x="1417" y="3469"/>
                  <a:pt x="1301" y="3871"/>
                </a:cubicBezTo>
                <a:cubicBezTo>
                  <a:pt x="1280" y="3871"/>
                  <a:pt x="1259" y="3860"/>
                  <a:pt x="1227" y="3860"/>
                </a:cubicBezTo>
                <a:lnTo>
                  <a:pt x="476" y="3829"/>
                </a:lnTo>
                <a:cubicBezTo>
                  <a:pt x="370" y="3829"/>
                  <a:pt x="265" y="3871"/>
                  <a:pt x="180" y="3945"/>
                </a:cubicBezTo>
                <a:lnTo>
                  <a:pt x="180" y="3945"/>
                </a:lnTo>
                <a:cubicBezTo>
                  <a:pt x="95" y="4019"/>
                  <a:pt x="43" y="4125"/>
                  <a:pt x="43" y="4241"/>
                </a:cubicBezTo>
                <a:lnTo>
                  <a:pt x="11" y="4992"/>
                </a:lnTo>
                <a:lnTo>
                  <a:pt x="11" y="4992"/>
                </a:lnTo>
                <a:cubicBezTo>
                  <a:pt x="0" y="5224"/>
                  <a:pt x="180" y="5425"/>
                  <a:pt x="423" y="5425"/>
                </a:cubicBezTo>
                <a:lnTo>
                  <a:pt x="1174" y="5457"/>
                </a:lnTo>
                <a:cubicBezTo>
                  <a:pt x="1195" y="5457"/>
                  <a:pt x="1216" y="5457"/>
                  <a:pt x="1248" y="5457"/>
                </a:cubicBezTo>
                <a:cubicBezTo>
                  <a:pt x="1312" y="5859"/>
                  <a:pt x="1460" y="6240"/>
                  <a:pt x="1660" y="6610"/>
                </a:cubicBezTo>
                <a:cubicBezTo>
                  <a:pt x="1639" y="6620"/>
                  <a:pt x="1629" y="6631"/>
                  <a:pt x="1608" y="6652"/>
                </a:cubicBezTo>
                <a:lnTo>
                  <a:pt x="1047" y="7159"/>
                </a:lnTo>
                <a:cubicBezTo>
                  <a:pt x="878" y="7318"/>
                  <a:pt x="867" y="7582"/>
                  <a:pt x="1026" y="7762"/>
                </a:cubicBezTo>
                <a:lnTo>
                  <a:pt x="1534" y="8312"/>
                </a:lnTo>
                <a:cubicBezTo>
                  <a:pt x="1692" y="8481"/>
                  <a:pt x="1957" y="8492"/>
                  <a:pt x="2136" y="8344"/>
                </a:cubicBezTo>
                <a:lnTo>
                  <a:pt x="2686" y="7836"/>
                </a:lnTo>
                <a:cubicBezTo>
                  <a:pt x="2707" y="7815"/>
                  <a:pt x="2718" y="7794"/>
                  <a:pt x="2739" y="7773"/>
                </a:cubicBezTo>
                <a:cubicBezTo>
                  <a:pt x="3088" y="8027"/>
                  <a:pt x="3469" y="8196"/>
                  <a:pt x="3881" y="8302"/>
                </a:cubicBezTo>
                <a:cubicBezTo>
                  <a:pt x="3870" y="8333"/>
                  <a:pt x="3870" y="8354"/>
                  <a:pt x="3870" y="8376"/>
                </a:cubicBezTo>
                <a:lnTo>
                  <a:pt x="3839" y="9126"/>
                </a:lnTo>
                <a:cubicBezTo>
                  <a:pt x="3828" y="9243"/>
                  <a:pt x="3870" y="9348"/>
                  <a:pt x="3945" y="9433"/>
                </a:cubicBezTo>
                <a:cubicBezTo>
                  <a:pt x="4029" y="9518"/>
                  <a:pt x="4135" y="9560"/>
                  <a:pt x="4241" y="9570"/>
                </a:cubicBezTo>
                <a:lnTo>
                  <a:pt x="4991" y="9602"/>
                </a:lnTo>
                <a:lnTo>
                  <a:pt x="4991" y="9602"/>
                </a:lnTo>
                <a:cubicBezTo>
                  <a:pt x="5108" y="9602"/>
                  <a:pt x="5213" y="9560"/>
                  <a:pt x="5298" y="9486"/>
                </a:cubicBezTo>
                <a:cubicBezTo>
                  <a:pt x="5383" y="9412"/>
                  <a:pt x="5435" y="9306"/>
                  <a:pt x="5435" y="9190"/>
                </a:cubicBezTo>
                <a:lnTo>
                  <a:pt x="5467" y="8439"/>
                </a:lnTo>
                <a:cubicBezTo>
                  <a:pt x="5467" y="8418"/>
                  <a:pt x="5467" y="8386"/>
                  <a:pt x="5457" y="8365"/>
                </a:cubicBezTo>
                <a:cubicBezTo>
                  <a:pt x="5858" y="8291"/>
                  <a:pt x="6250" y="8153"/>
                  <a:pt x="6609" y="7953"/>
                </a:cubicBezTo>
                <a:cubicBezTo>
                  <a:pt x="6620" y="7963"/>
                  <a:pt x="6641" y="7984"/>
                  <a:pt x="6652" y="8005"/>
                </a:cubicBezTo>
                <a:lnTo>
                  <a:pt x="7159" y="8555"/>
                </a:lnTo>
                <a:cubicBezTo>
                  <a:pt x="7318" y="8735"/>
                  <a:pt x="7593" y="8746"/>
                  <a:pt x="7762" y="8587"/>
                </a:cubicBezTo>
                <a:lnTo>
                  <a:pt x="8312" y="8079"/>
                </a:lnTo>
                <a:cubicBezTo>
                  <a:pt x="8491" y="7921"/>
                  <a:pt x="8502" y="7656"/>
                  <a:pt x="8343" y="7477"/>
                </a:cubicBezTo>
                <a:lnTo>
                  <a:pt x="7836" y="6927"/>
                </a:lnTo>
                <a:cubicBezTo>
                  <a:pt x="7815" y="6906"/>
                  <a:pt x="7804" y="6895"/>
                  <a:pt x="7783" y="6874"/>
                </a:cubicBezTo>
                <a:cubicBezTo>
                  <a:pt x="8026" y="6525"/>
                  <a:pt x="8206" y="6134"/>
                  <a:pt x="8312" y="5732"/>
                </a:cubicBezTo>
                <a:cubicBezTo>
                  <a:pt x="8333" y="5743"/>
                  <a:pt x="8354" y="5743"/>
                  <a:pt x="8386" y="5743"/>
                </a:cubicBezTo>
                <a:lnTo>
                  <a:pt x="9137" y="5774"/>
                </a:lnTo>
                <a:cubicBezTo>
                  <a:pt x="9253" y="5774"/>
                  <a:pt x="9359" y="5732"/>
                  <a:pt x="9433" y="5669"/>
                </a:cubicBezTo>
                <a:cubicBezTo>
                  <a:pt x="9517" y="5595"/>
                  <a:pt x="9570" y="5489"/>
                  <a:pt x="9570" y="5372"/>
                </a:cubicBezTo>
                <a:lnTo>
                  <a:pt x="9602" y="4622"/>
                </a:lnTo>
                <a:cubicBezTo>
                  <a:pt x="9612" y="4378"/>
                  <a:pt x="9433" y="4188"/>
                  <a:pt x="9200" y="4178"/>
                </a:cubicBezTo>
                <a:lnTo>
                  <a:pt x="8449" y="4146"/>
                </a:lnTo>
                <a:cubicBezTo>
                  <a:pt x="8417" y="4146"/>
                  <a:pt x="8396" y="4146"/>
                  <a:pt x="8375" y="4156"/>
                </a:cubicBezTo>
                <a:cubicBezTo>
                  <a:pt x="8301" y="3755"/>
                  <a:pt x="8164" y="3363"/>
                  <a:pt x="7952" y="3004"/>
                </a:cubicBezTo>
                <a:cubicBezTo>
                  <a:pt x="7973" y="2993"/>
                  <a:pt x="7994" y="2972"/>
                  <a:pt x="8005" y="2962"/>
                </a:cubicBezTo>
                <a:lnTo>
                  <a:pt x="8565" y="2454"/>
                </a:lnTo>
                <a:cubicBezTo>
                  <a:pt x="8735" y="2295"/>
                  <a:pt x="8745" y="2020"/>
                  <a:pt x="8587" y="1851"/>
                </a:cubicBezTo>
                <a:lnTo>
                  <a:pt x="8079" y="1301"/>
                </a:lnTo>
                <a:cubicBezTo>
                  <a:pt x="7920" y="1122"/>
                  <a:pt x="7656" y="1111"/>
                  <a:pt x="7487" y="1270"/>
                </a:cubicBezTo>
                <a:close/>
                <a:moveTo>
                  <a:pt x="6155" y="6271"/>
                </a:moveTo>
                <a:cubicBezTo>
                  <a:pt x="5340" y="7011"/>
                  <a:pt x="4082" y="6959"/>
                  <a:pt x="3342" y="6155"/>
                </a:cubicBezTo>
                <a:cubicBezTo>
                  <a:pt x="2591" y="5341"/>
                  <a:pt x="2654" y="4082"/>
                  <a:pt x="3458" y="3332"/>
                </a:cubicBezTo>
                <a:cubicBezTo>
                  <a:pt x="4272" y="2591"/>
                  <a:pt x="5531" y="2655"/>
                  <a:pt x="6271" y="3458"/>
                </a:cubicBezTo>
                <a:cubicBezTo>
                  <a:pt x="7022" y="4273"/>
                  <a:pt x="6958" y="5531"/>
                  <a:pt x="6155" y="627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6"/>
          <p:cNvGrpSpPr/>
          <p:nvPr/>
        </p:nvGrpSpPr>
        <p:grpSpPr>
          <a:xfrm>
            <a:off x="8362378" y="269549"/>
            <a:ext cx="1615647" cy="828300"/>
            <a:chOff x="8362378" y="269549"/>
            <a:chExt cx="1615647" cy="828300"/>
          </a:xfrm>
        </p:grpSpPr>
        <p:sp>
          <p:nvSpPr>
            <p:cNvPr id="49" name="Google Shape;49;p6"/>
            <p:cNvSpPr/>
            <p:nvPr/>
          </p:nvSpPr>
          <p:spPr>
            <a:xfrm>
              <a:off x="8421625" y="269549"/>
              <a:ext cx="1556400" cy="828300"/>
            </a:xfrm>
            <a:prstGeom prst="roundRect">
              <a:avLst>
                <a:gd name="adj" fmla="val 1692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6"/>
            <p:cNvGrpSpPr/>
            <p:nvPr/>
          </p:nvGrpSpPr>
          <p:grpSpPr>
            <a:xfrm>
              <a:off x="8362378" y="624104"/>
              <a:ext cx="118495" cy="119191"/>
              <a:chOff x="4512753" y="952912"/>
              <a:chExt cx="118495" cy="119191"/>
            </a:xfrm>
          </p:grpSpPr>
          <p:sp>
            <p:nvSpPr>
              <p:cNvPr id="51" name="Google Shape;51;p6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6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7120179" y="-440699"/>
            <a:ext cx="23931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8535000" y="141154"/>
            <a:ext cx="804590" cy="796696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-444000" y="4082675"/>
            <a:ext cx="1413265" cy="1399393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69" name="Google Shape;69;p9"/>
          <p:cNvSpPr/>
          <p:nvPr/>
        </p:nvSpPr>
        <p:spPr>
          <a:xfrm rot="-5400000">
            <a:off x="-1259496" y="1669851"/>
            <a:ext cx="23931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05375" y="2972275"/>
            <a:ext cx="476882" cy="472192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6_1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 hasCustomPrompt="1"/>
          </p:nvPr>
        </p:nvSpPr>
        <p:spPr>
          <a:xfrm>
            <a:off x="829406" y="1401569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1732850" y="1401569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9406" y="3649188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3"/>
          </p:nvPr>
        </p:nvSpPr>
        <p:spPr>
          <a:xfrm>
            <a:off x="1732850" y="3649200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4" hasCustomPrompt="1"/>
          </p:nvPr>
        </p:nvSpPr>
        <p:spPr>
          <a:xfrm>
            <a:off x="4769656" y="1401564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5"/>
          </p:nvPr>
        </p:nvSpPr>
        <p:spPr>
          <a:xfrm>
            <a:off x="5673099" y="1401574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7" hasCustomPrompt="1"/>
          </p:nvPr>
        </p:nvSpPr>
        <p:spPr>
          <a:xfrm>
            <a:off x="4769656" y="3649188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5673099" y="3649200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9" hasCustomPrompt="1"/>
          </p:nvPr>
        </p:nvSpPr>
        <p:spPr>
          <a:xfrm>
            <a:off x="829406" y="2525376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3"/>
          </p:nvPr>
        </p:nvSpPr>
        <p:spPr>
          <a:xfrm>
            <a:off x="1732850" y="2525375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4" hasCustomPrompt="1"/>
          </p:nvPr>
        </p:nvSpPr>
        <p:spPr>
          <a:xfrm>
            <a:off x="4769656" y="2525376"/>
            <a:ext cx="804600" cy="804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5"/>
          </p:nvPr>
        </p:nvSpPr>
        <p:spPr>
          <a:xfrm>
            <a:off x="5673099" y="2525375"/>
            <a:ext cx="26415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120179" y="-440699"/>
            <a:ext cx="23931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 flipH="1">
            <a:off x="7060154" y="4604605"/>
            <a:ext cx="2453125" cy="887896"/>
            <a:chOff x="-384050" y="4548979"/>
            <a:chExt cx="2453125" cy="887896"/>
          </a:xfrm>
        </p:grpSpPr>
        <p:sp>
          <p:nvSpPr>
            <p:cNvPr id="95" name="Google Shape;95;p13"/>
            <p:cNvSpPr/>
            <p:nvPr/>
          </p:nvSpPr>
          <p:spPr>
            <a:xfrm>
              <a:off x="-384050" y="4608575"/>
              <a:ext cx="2393100" cy="828300"/>
            </a:xfrm>
            <a:prstGeom prst="roundRect">
              <a:avLst>
                <a:gd name="adj" fmla="val 1692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" name="Google Shape;96;p13"/>
            <p:cNvGrpSpPr/>
            <p:nvPr/>
          </p:nvGrpSpPr>
          <p:grpSpPr>
            <a:xfrm>
              <a:off x="325671" y="4548979"/>
              <a:ext cx="118495" cy="119191"/>
              <a:chOff x="4541071" y="952912"/>
              <a:chExt cx="118495" cy="119191"/>
            </a:xfrm>
          </p:grpSpPr>
          <p:sp>
            <p:nvSpPr>
              <p:cNvPr id="97" name="Google Shape;97;p13"/>
              <p:cNvSpPr/>
              <p:nvPr/>
            </p:nvSpPr>
            <p:spPr>
              <a:xfrm>
                <a:off x="4568781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541071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13"/>
            <p:cNvGrpSpPr/>
            <p:nvPr/>
          </p:nvGrpSpPr>
          <p:grpSpPr>
            <a:xfrm>
              <a:off x="1950580" y="4835229"/>
              <a:ext cx="118495" cy="119191"/>
              <a:chOff x="4512753" y="952912"/>
              <a:chExt cx="118495" cy="119191"/>
            </a:xfrm>
          </p:grpSpPr>
          <p:sp>
            <p:nvSpPr>
              <p:cNvPr id="100" name="Google Shape;100;p13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2" name="Google Shape;102;p13"/>
          <p:cNvSpPr/>
          <p:nvPr/>
        </p:nvSpPr>
        <p:spPr>
          <a:xfrm>
            <a:off x="8535000" y="141154"/>
            <a:ext cx="804590" cy="796696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7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852000" cy="32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4"/>
          <p:cNvSpPr>
            <a:spLocks noGrp="1"/>
          </p:cNvSpPr>
          <p:nvPr>
            <p:ph type="pic" idx="2"/>
          </p:nvPr>
        </p:nvSpPr>
        <p:spPr>
          <a:xfrm>
            <a:off x="5262725" y="1401575"/>
            <a:ext cx="3054000" cy="3054600"/>
          </a:xfrm>
          <a:prstGeom prst="roundRect">
            <a:avLst>
              <a:gd name="adj" fmla="val 7563"/>
            </a:avLst>
          </a:prstGeom>
          <a:noFill/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112887" y="4608575"/>
            <a:ext cx="1218985" cy="1218949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4"/>
          <p:cNvGrpSpPr/>
          <p:nvPr/>
        </p:nvGrpSpPr>
        <p:grpSpPr>
          <a:xfrm>
            <a:off x="501750" y="479912"/>
            <a:ext cx="8140500" cy="4188266"/>
            <a:chOff x="501750" y="479912"/>
            <a:chExt cx="8140500" cy="4188266"/>
          </a:xfrm>
        </p:grpSpPr>
        <p:sp>
          <p:nvSpPr>
            <p:cNvPr id="206" name="Google Shape;206;p24"/>
            <p:cNvSpPr/>
            <p:nvPr/>
          </p:nvSpPr>
          <p:spPr>
            <a:xfrm>
              <a:off x="501750" y="539500"/>
              <a:ext cx="8140500" cy="4069200"/>
            </a:xfrm>
            <a:prstGeom prst="roundRect">
              <a:avLst>
                <a:gd name="adj" fmla="val 2822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" name="Google Shape;207;p24"/>
            <p:cNvGrpSpPr/>
            <p:nvPr/>
          </p:nvGrpSpPr>
          <p:grpSpPr>
            <a:xfrm>
              <a:off x="1469140" y="479912"/>
              <a:ext cx="118495" cy="119191"/>
              <a:chOff x="4512753" y="952912"/>
              <a:chExt cx="118495" cy="119191"/>
            </a:xfrm>
          </p:grpSpPr>
          <p:sp>
            <p:nvSpPr>
              <p:cNvPr id="208" name="Google Shape;208;p2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24"/>
            <p:cNvGrpSpPr/>
            <p:nvPr/>
          </p:nvGrpSpPr>
          <p:grpSpPr>
            <a:xfrm>
              <a:off x="7556365" y="4548987"/>
              <a:ext cx="118495" cy="119191"/>
              <a:chOff x="4512753" y="952912"/>
              <a:chExt cx="118495" cy="119191"/>
            </a:xfrm>
          </p:grpSpPr>
          <p:sp>
            <p:nvSpPr>
              <p:cNvPr id="211" name="Google Shape;211;p2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dk2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7942124" y="4608568"/>
            <a:ext cx="959003" cy="949573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-132025" y="-288800"/>
            <a:ext cx="8544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8" r:id="rId5"/>
    <p:sldLayoutId id="2147483659" r:id="rId6"/>
    <p:sldLayoutId id="2147483660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>
            <a:spLocks noGrp="1"/>
          </p:cNvSpPr>
          <p:nvPr>
            <p:ph type="ctrTitle"/>
          </p:nvPr>
        </p:nvSpPr>
        <p:spPr>
          <a:xfrm>
            <a:off x="820748" y="603174"/>
            <a:ext cx="4735765" cy="28363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SIMULADOR DE SISTEMA DE SEMAFOROS </a:t>
            </a:r>
            <a:r>
              <a:rPr lang="en" dirty="0">
                <a:solidFill>
                  <a:schemeClr val="dk1"/>
                </a:solidFill>
                <a:highlight>
                  <a:srgbClr val="C0C0C0"/>
                </a:highlight>
              </a:rPr>
              <a:t>INTELIGENTE</a:t>
            </a:r>
            <a:endParaRPr dirty="0">
              <a:solidFill>
                <a:schemeClr val="dk1"/>
              </a:solidFill>
              <a:highlight>
                <a:srgbClr val="C0C0C0"/>
              </a:highlight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subTitle" idx="1"/>
          </p:nvPr>
        </p:nvSpPr>
        <p:spPr>
          <a:xfrm>
            <a:off x="994254" y="3308825"/>
            <a:ext cx="3683400" cy="1135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Grupo 06:</a:t>
            </a:r>
            <a:br>
              <a:rPr lang="en" i="1" dirty="0"/>
            </a:br>
            <a:r>
              <a:rPr lang="en" i="1" dirty="0"/>
              <a:t>Chávez Diaz, Alejandro Abrahan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Cori Callata, Cristian Denis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Quichca Letona, Luis Fernando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Evangelista Lopez, Carlos Daniel</a:t>
            </a:r>
            <a:endParaRPr i="1" dirty="0"/>
          </a:p>
        </p:txBody>
      </p:sp>
      <p:sp>
        <p:nvSpPr>
          <p:cNvPr id="228" name="Google Shape;228;p29"/>
          <p:cNvSpPr/>
          <p:nvPr/>
        </p:nvSpPr>
        <p:spPr>
          <a:xfrm>
            <a:off x="6159000" y="821292"/>
            <a:ext cx="2818500" cy="4181400"/>
          </a:xfrm>
          <a:prstGeom prst="roundRect">
            <a:avLst>
              <a:gd name="adj" fmla="val 86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8459961" y="-684019"/>
            <a:ext cx="1368067" cy="1368031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7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451127" y="4822651"/>
            <a:ext cx="648043" cy="641680"/>
          </a:xfrm>
          <a:custGeom>
            <a:avLst/>
            <a:gdLst/>
            <a:ahLst/>
            <a:cxnLst/>
            <a:rect l="l" t="t" r="r" b="b"/>
            <a:pathLst>
              <a:path w="10533" h="10430" extrusionOk="0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27;p29">
            <a:extLst>
              <a:ext uri="{FF2B5EF4-FFF2-40B4-BE49-F238E27FC236}">
                <a16:creationId xmlns:a16="http://schemas.microsoft.com/office/drawing/2014/main" id="{5CB13DC2-31F7-C3CC-B709-C43935E7FDAE}"/>
              </a:ext>
            </a:extLst>
          </p:cNvPr>
          <p:cNvSpPr txBox="1">
            <a:spLocks/>
          </p:cNvSpPr>
          <p:nvPr/>
        </p:nvSpPr>
        <p:spPr>
          <a:xfrm>
            <a:off x="517375" y="221274"/>
            <a:ext cx="3683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s-PE"/>
              <a:t>Lenguaje de Programacion Imperativo I</a:t>
            </a:r>
            <a:endParaRPr lang="es-PE" dirty="0"/>
          </a:p>
        </p:txBody>
      </p:sp>
      <p:pic>
        <p:nvPicPr>
          <p:cNvPr id="3074" name="Picture 2" descr="Semaforo simulator - Apps en Google Play">
            <a:extLst>
              <a:ext uri="{FF2B5EF4-FFF2-40B4-BE49-F238E27FC236}">
                <a16:creationId xmlns:a16="http://schemas.microsoft.com/office/drawing/2014/main" id="{373D9F2D-C0D6-3D4C-F9D3-9DBF3CE8C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22" b="94727" l="5469" r="93164">
                        <a14:foregroundMark x1="52344" y1="25391" x2="52344" y2="25391"/>
                        <a14:foregroundMark x1="51367" y1="17969" x2="51367" y2="17969"/>
                        <a14:foregroundMark x1="51367" y1="17969" x2="49805" y2="26563"/>
                        <a14:foregroundMark x1="31836" y1="29492" x2="31445" y2="10547"/>
                        <a14:foregroundMark x1="31445" y1="10547" x2="52148" y2="5469"/>
                        <a14:foregroundMark x1="52148" y1="5469" x2="64063" y2="7422"/>
                        <a14:foregroundMark x1="64063" y1="7422" x2="69922" y2="17578"/>
                        <a14:foregroundMark x1="69922" y1="17578" x2="68945" y2="27930"/>
                        <a14:foregroundMark x1="28125" y1="16992" x2="9766" y2="18750"/>
                        <a14:foregroundMark x1="9766" y1="18750" x2="6445" y2="67383"/>
                        <a14:foregroundMark x1="6445" y1="67383" x2="11328" y2="79883"/>
                        <a14:foregroundMark x1="11328" y1="79883" x2="32813" y2="82031"/>
                        <a14:foregroundMark x1="71094" y1="52734" x2="71680" y2="67383"/>
                        <a14:foregroundMark x1="71680" y1="67383" x2="81445" y2="52930"/>
                        <a14:foregroundMark x1="81445" y1="52930" x2="73047" y2="40039"/>
                        <a14:foregroundMark x1="73047" y1="40039" x2="65820" y2="44727"/>
                        <a14:foregroundMark x1="82422" y1="31641" x2="67383" y2="28711"/>
                        <a14:foregroundMark x1="67383" y1="28711" x2="65820" y2="48438"/>
                        <a14:foregroundMark x1="65820" y1="48438" x2="79883" y2="55859"/>
                        <a14:foregroundMark x1="76758" y1="26563" x2="66797" y2="43555"/>
                        <a14:foregroundMark x1="66797" y1="43555" x2="75000" y2="57227"/>
                        <a14:foregroundMark x1="75000" y1="57227" x2="78906" y2="32422"/>
                        <a14:foregroundMark x1="78906" y1="32422" x2="76172" y2="30078"/>
                        <a14:foregroundMark x1="55469" y1="59570" x2="38672" y2="77539"/>
                        <a14:foregroundMark x1="38672" y1="77539" x2="53906" y2="89258"/>
                        <a14:foregroundMark x1="53906" y1="89258" x2="66211" y2="70117"/>
                        <a14:foregroundMark x1="66211" y1="70117" x2="66797" y2="52734"/>
                        <a14:foregroundMark x1="36328" y1="16211" x2="27344" y2="20898"/>
                        <a14:foregroundMark x1="27344" y1="20898" x2="20117" y2="57813"/>
                        <a14:foregroundMark x1="20117" y1="57813" x2="11719" y2="63867"/>
                        <a14:foregroundMark x1="11719" y1="63867" x2="19141" y2="73633"/>
                        <a14:foregroundMark x1="19141" y1="73633" x2="33008" y2="76172"/>
                        <a14:foregroundMark x1="33008" y1="76172" x2="41406" y2="61133"/>
                        <a14:foregroundMark x1="41406" y1="61133" x2="41797" y2="24805"/>
                        <a14:foregroundMark x1="30469" y1="18750" x2="32617" y2="67188"/>
                        <a14:foregroundMark x1="32617" y1="67188" x2="44336" y2="60938"/>
                        <a14:foregroundMark x1="44336" y1="60938" x2="39648" y2="27539"/>
                        <a14:foregroundMark x1="39648" y1="27539" x2="34766" y2="18555"/>
                        <a14:foregroundMark x1="34766" y1="18555" x2="32227" y2="17969"/>
                        <a14:foregroundMark x1="46484" y1="61133" x2="27148" y2="37500"/>
                        <a14:foregroundMark x1="27148" y1="37500" x2="28516" y2="20508"/>
                        <a14:foregroundMark x1="28516" y1="20508" x2="41797" y2="27148"/>
                        <a14:foregroundMark x1="41797" y1="27148" x2="41602" y2="57422"/>
                        <a14:foregroundMark x1="35156" y1="51563" x2="28125" y2="43359"/>
                        <a14:foregroundMark x1="28125" y1="43359" x2="25000" y2="25195"/>
                        <a14:foregroundMark x1="25000" y1="25195" x2="34766" y2="20898"/>
                        <a14:foregroundMark x1="34766" y1="20898" x2="40234" y2="33203"/>
                        <a14:foregroundMark x1="40234" y1="33203" x2="33203" y2="46484"/>
                        <a14:foregroundMark x1="33203" y1="46484" x2="29688" y2="48633"/>
                        <a14:foregroundMark x1="32031" y1="24805" x2="30664" y2="42969"/>
                        <a14:foregroundMark x1="33203" y1="25391" x2="31836" y2="41406"/>
                        <a14:foregroundMark x1="31836" y1="41406" x2="31836" y2="41406"/>
                        <a14:foregroundMark x1="17383" y1="17188" x2="6055" y2="26172"/>
                        <a14:foregroundMark x1="6055" y1="26172" x2="5664" y2="51172"/>
                        <a14:foregroundMark x1="33203" y1="83203" x2="36523" y2="94141"/>
                        <a14:foregroundMark x1="36523" y1="94141" x2="41797" y2="94727"/>
                        <a14:foregroundMark x1="69531" y1="81055" x2="77930" y2="81641"/>
                        <a14:foregroundMark x1="82813" y1="81641" x2="87109" y2="81641"/>
                        <a14:foregroundMark x1="90625" y1="80664" x2="91797" y2="70703"/>
                        <a14:foregroundMark x1="93164" y1="56836" x2="89844" y2="42383"/>
                        <a14:foregroundMark x1="89844" y1="42383" x2="91211" y2="29688"/>
                        <a14:foregroundMark x1="91211" y1="29688" x2="88086" y2="17188"/>
                        <a14:foregroundMark x1="88086" y1="17188" x2="79297" y2="16211"/>
                        <a14:foregroundMark x1="76367" y1="67969" x2="79492" y2="724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160" y="780413"/>
            <a:ext cx="4023595" cy="402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>
            <a:spLocks noGrp="1"/>
          </p:cNvSpPr>
          <p:nvPr>
            <p:ph type="subTitle" idx="1"/>
          </p:nvPr>
        </p:nvSpPr>
        <p:spPr>
          <a:xfrm>
            <a:off x="1732849" y="1401569"/>
            <a:ext cx="2796479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 DE SEMAFOROS CON TIEMPOS AJUSTABLES</a:t>
            </a:r>
            <a:endParaRPr dirty="0"/>
          </a:p>
        </p:txBody>
      </p:sp>
      <p:sp>
        <p:nvSpPr>
          <p:cNvPr id="354" name="Google Shape;354;p31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REQUERIMIENTOS DE FIRMWARE</a:t>
            </a:r>
            <a:endParaRPr dirty="0"/>
          </a:p>
        </p:txBody>
      </p:sp>
      <p:sp>
        <p:nvSpPr>
          <p:cNvPr id="355" name="Google Shape;355;p31"/>
          <p:cNvSpPr txBox="1">
            <a:spLocks noGrp="1"/>
          </p:cNvSpPr>
          <p:nvPr>
            <p:ph type="subTitle" idx="3"/>
          </p:nvPr>
        </p:nvSpPr>
        <p:spPr>
          <a:xfrm>
            <a:off x="1732850" y="3649200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MODO NOCTURNO</a:t>
            </a:r>
            <a:endParaRPr dirty="0"/>
          </a:p>
        </p:txBody>
      </p:sp>
      <p:sp>
        <p:nvSpPr>
          <p:cNvPr id="356" name="Google Shape;356;p31"/>
          <p:cNvSpPr txBox="1">
            <a:spLocks noGrp="1"/>
          </p:cNvSpPr>
          <p:nvPr>
            <p:ph type="subTitle" idx="5"/>
          </p:nvPr>
        </p:nvSpPr>
        <p:spPr>
          <a:xfrm>
            <a:off x="5673099" y="1401574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ENTRADA PARA SENSOR DE VEHICULO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subTitle" idx="8"/>
          </p:nvPr>
        </p:nvSpPr>
        <p:spPr>
          <a:xfrm>
            <a:off x="5673099" y="3649200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 DE CAMBIO DE ESTADO</a:t>
            </a:r>
            <a:endParaRPr dirty="0"/>
          </a:p>
        </p:txBody>
      </p:sp>
      <p:sp>
        <p:nvSpPr>
          <p:cNvPr id="358" name="Google Shape;358;p31"/>
          <p:cNvSpPr txBox="1">
            <a:spLocks noGrp="1"/>
          </p:cNvSpPr>
          <p:nvPr>
            <p:ph type="subTitle" idx="13"/>
          </p:nvPr>
        </p:nvSpPr>
        <p:spPr>
          <a:xfrm>
            <a:off x="1732850" y="2525375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CAMBIOS DE ESTADO</a:t>
            </a:r>
            <a:endParaRPr dirty="0"/>
          </a:p>
        </p:txBody>
      </p:sp>
      <p:sp>
        <p:nvSpPr>
          <p:cNvPr id="359" name="Google Shape;359;p31"/>
          <p:cNvSpPr txBox="1">
            <a:spLocks noGrp="1"/>
          </p:cNvSpPr>
          <p:nvPr>
            <p:ph type="subTitle" idx="15"/>
          </p:nvPr>
        </p:nvSpPr>
        <p:spPr>
          <a:xfrm>
            <a:off x="5673099" y="2525375"/>
            <a:ext cx="26415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BOTÓN PARA PEDIR PRIORIDAD</a:t>
            </a:r>
            <a:endParaRPr dirty="0"/>
          </a:p>
        </p:txBody>
      </p:sp>
      <p:sp>
        <p:nvSpPr>
          <p:cNvPr id="360" name="Google Shape;360;p31"/>
          <p:cNvSpPr txBox="1">
            <a:spLocks noGrp="1"/>
          </p:cNvSpPr>
          <p:nvPr>
            <p:ph type="title" idx="4"/>
          </p:nvPr>
        </p:nvSpPr>
        <p:spPr>
          <a:xfrm>
            <a:off x="4769656" y="1401564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1" name="Google Shape;361;p31"/>
          <p:cNvSpPr txBox="1">
            <a:spLocks noGrp="1"/>
          </p:cNvSpPr>
          <p:nvPr>
            <p:ph type="title" idx="7"/>
          </p:nvPr>
        </p:nvSpPr>
        <p:spPr>
          <a:xfrm>
            <a:off x="4769656" y="3649188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62" name="Google Shape;362;p31"/>
          <p:cNvSpPr txBox="1">
            <a:spLocks noGrp="1"/>
          </p:cNvSpPr>
          <p:nvPr>
            <p:ph type="title"/>
          </p:nvPr>
        </p:nvSpPr>
        <p:spPr>
          <a:xfrm>
            <a:off x="829406" y="1401569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title" idx="2"/>
          </p:nvPr>
        </p:nvSpPr>
        <p:spPr>
          <a:xfrm>
            <a:off x="829406" y="3649188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title" idx="9"/>
          </p:nvPr>
        </p:nvSpPr>
        <p:spPr>
          <a:xfrm>
            <a:off x="829406" y="2525376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title" idx="14"/>
          </p:nvPr>
        </p:nvSpPr>
        <p:spPr>
          <a:xfrm>
            <a:off x="4769656" y="2525376"/>
            <a:ext cx="804600" cy="804600"/>
          </a:xfrm>
          <a:prstGeom prst="rect">
            <a:avLst/>
          </a:prstGeom>
        </p:spPr>
        <p:txBody>
          <a:bodyPr spcFirstLastPara="1" wrap="square" lIns="91425" tIns="822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32"/>
          <p:cNvGrpSpPr/>
          <p:nvPr/>
        </p:nvGrpSpPr>
        <p:grpSpPr>
          <a:xfrm>
            <a:off x="6655691" y="1028736"/>
            <a:ext cx="2787209" cy="4361514"/>
            <a:chOff x="6655691" y="1028736"/>
            <a:chExt cx="2787209" cy="4361514"/>
          </a:xfrm>
        </p:grpSpPr>
        <p:sp>
          <p:nvSpPr>
            <p:cNvPr id="371" name="Google Shape;371;p32"/>
            <p:cNvSpPr/>
            <p:nvPr/>
          </p:nvSpPr>
          <p:spPr>
            <a:xfrm>
              <a:off x="6712300" y="1088250"/>
              <a:ext cx="2730600" cy="43020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32"/>
            <p:cNvGrpSpPr/>
            <p:nvPr/>
          </p:nvGrpSpPr>
          <p:grpSpPr>
            <a:xfrm>
              <a:off x="8560703" y="1028736"/>
              <a:ext cx="118495" cy="119191"/>
              <a:chOff x="4512753" y="952912"/>
              <a:chExt cx="118495" cy="119191"/>
            </a:xfrm>
          </p:grpSpPr>
          <p:sp>
            <p:nvSpPr>
              <p:cNvPr id="373" name="Google Shape;373;p32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2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5" name="Google Shape;375;p32"/>
            <p:cNvGrpSpPr/>
            <p:nvPr/>
          </p:nvGrpSpPr>
          <p:grpSpPr>
            <a:xfrm>
              <a:off x="6655691" y="4812436"/>
              <a:ext cx="118495" cy="119191"/>
              <a:chOff x="4512753" y="952912"/>
              <a:chExt cx="118495" cy="119191"/>
            </a:xfrm>
          </p:grpSpPr>
          <p:sp>
            <p:nvSpPr>
              <p:cNvPr id="376" name="Google Shape;376;p32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8" name="Google Shape;378;p32"/>
          <p:cNvSpPr/>
          <p:nvPr/>
        </p:nvSpPr>
        <p:spPr>
          <a:xfrm>
            <a:off x="4979255" y="1718797"/>
            <a:ext cx="4095995" cy="2848527"/>
          </a:xfrm>
          <a:prstGeom prst="roundRect">
            <a:avLst>
              <a:gd name="adj" fmla="val 86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>
            <a:spLocks noGrp="1"/>
          </p:cNvSpPr>
          <p:nvPr>
            <p:ph type="body" idx="1"/>
          </p:nvPr>
        </p:nvSpPr>
        <p:spPr>
          <a:xfrm>
            <a:off x="720000" y="1401575"/>
            <a:ext cx="3852000" cy="32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dirty="0"/>
              <a:t>El sistema presente puede ser usado en el día a día, pudiéndose implementar en los semáforos ya presentes y pudiendo ayudar a previsualizar  su correcto funcionamiento en el simulador para posteriormente implementar los ajustes indicados en el simulador en la vida real</a:t>
            </a:r>
            <a:r>
              <a:rPr lang="es-PE" dirty="0"/>
              <a:t>.</a:t>
            </a:r>
            <a:endParaRPr dirty="0"/>
          </a:p>
        </p:txBody>
      </p:sp>
      <p:sp>
        <p:nvSpPr>
          <p:cNvPr id="380" name="Google Shape;380;p3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CASOS DE USO</a:t>
            </a:r>
            <a:endParaRPr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76A3B9-E4B6-9951-0D27-2195F3F1F536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1026" name="Picture 2" descr="escena de la calle del camino con semáforo 690990 Vector en Vecteezy">
            <a:extLst>
              <a:ext uri="{FF2B5EF4-FFF2-40B4-BE49-F238E27FC236}">
                <a16:creationId xmlns:a16="http://schemas.microsoft.com/office/drawing/2014/main" id="{23A2DD3C-0BD5-15A3-A423-6D1739D24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311" y="1886925"/>
            <a:ext cx="3880919" cy="2419402"/>
          </a:xfrm>
          <a:custGeom>
            <a:avLst/>
            <a:gdLst>
              <a:gd name="csX0" fmla="*/ 0 w 3880919"/>
              <a:gd name="csY0" fmla="*/ 0 h 2419402"/>
              <a:gd name="csX1" fmla="*/ 476799 w 3880919"/>
              <a:gd name="csY1" fmla="*/ 0 h 2419402"/>
              <a:gd name="csX2" fmla="*/ 914788 w 3880919"/>
              <a:gd name="csY2" fmla="*/ 0 h 2419402"/>
              <a:gd name="csX3" fmla="*/ 1469205 w 3880919"/>
              <a:gd name="csY3" fmla="*/ 0 h 2419402"/>
              <a:gd name="csX4" fmla="*/ 2062431 w 3880919"/>
              <a:gd name="csY4" fmla="*/ 0 h 2419402"/>
              <a:gd name="csX5" fmla="*/ 2500421 w 3880919"/>
              <a:gd name="csY5" fmla="*/ 0 h 2419402"/>
              <a:gd name="csX6" fmla="*/ 2977219 w 3880919"/>
              <a:gd name="csY6" fmla="*/ 0 h 2419402"/>
              <a:gd name="csX7" fmla="*/ 3880919 w 3880919"/>
              <a:gd name="csY7" fmla="*/ 0 h 2419402"/>
              <a:gd name="csX8" fmla="*/ 3880919 w 3880919"/>
              <a:gd name="csY8" fmla="*/ 532268 h 2419402"/>
              <a:gd name="csX9" fmla="*/ 3880919 w 3880919"/>
              <a:gd name="csY9" fmla="*/ 1016149 h 2419402"/>
              <a:gd name="csX10" fmla="*/ 3880919 w 3880919"/>
              <a:gd name="csY10" fmla="*/ 1475835 h 2419402"/>
              <a:gd name="csX11" fmla="*/ 3880919 w 3880919"/>
              <a:gd name="csY11" fmla="*/ 1983910 h 2419402"/>
              <a:gd name="csX12" fmla="*/ 3880919 w 3880919"/>
              <a:gd name="csY12" fmla="*/ 2419402 h 2419402"/>
              <a:gd name="csX13" fmla="*/ 3365311 w 3880919"/>
              <a:gd name="csY13" fmla="*/ 2419402 h 2419402"/>
              <a:gd name="csX14" fmla="*/ 2772085 w 3880919"/>
              <a:gd name="csY14" fmla="*/ 2419402 h 2419402"/>
              <a:gd name="csX15" fmla="*/ 2217668 w 3880919"/>
              <a:gd name="csY15" fmla="*/ 2419402 h 2419402"/>
              <a:gd name="csX16" fmla="*/ 1585633 w 3880919"/>
              <a:gd name="csY16" fmla="*/ 2419402 h 2419402"/>
              <a:gd name="csX17" fmla="*/ 953597 w 3880919"/>
              <a:gd name="csY17" fmla="*/ 2419402 h 2419402"/>
              <a:gd name="csX18" fmla="*/ 515608 w 3880919"/>
              <a:gd name="csY18" fmla="*/ 2419402 h 2419402"/>
              <a:gd name="csX19" fmla="*/ 0 w 3880919"/>
              <a:gd name="csY19" fmla="*/ 2419402 h 2419402"/>
              <a:gd name="csX20" fmla="*/ 0 w 3880919"/>
              <a:gd name="csY20" fmla="*/ 1887134 h 2419402"/>
              <a:gd name="csX21" fmla="*/ 0 w 3880919"/>
              <a:gd name="csY21" fmla="*/ 1379059 h 2419402"/>
              <a:gd name="csX22" fmla="*/ 0 w 3880919"/>
              <a:gd name="csY22" fmla="*/ 870985 h 2419402"/>
              <a:gd name="csX23" fmla="*/ 0 w 3880919"/>
              <a:gd name="csY23" fmla="*/ 0 h 2419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80919" h="2419402" extrusionOk="0">
                <a:moveTo>
                  <a:pt x="0" y="0"/>
                </a:moveTo>
                <a:cubicBezTo>
                  <a:pt x="205757" y="-21350"/>
                  <a:pt x="353952" y="24143"/>
                  <a:pt x="476799" y="0"/>
                </a:cubicBezTo>
                <a:cubicBezTo>
                  <a:pt x="599646" y="-24143"/>
                  <a:pt x="808093" y="25988"/>
                  <a:pt x="914788" y="0"/>
                </a:cubicBezTo>
                <a:cubicBezTo>
                  <a:pt x="1021483" y="-25988"/>
                  <a:pt x="1352358" y="15671"/>
                  <a:pt x="1469205" y="0"/>
                </a:cubicBezTo>
                <a:cubicBezTo>
                  <a:pt x="1586052" y="-15671"/>
                  <a:pt x="1785162" y="32046"/>
                  <a:pt x="2062431" y="0"/>
                </a:cubicBezTo>
                <a:cubicBezTo>
                  <a:pt x="2339700" y="-32046"/>
                  <a:pt x="2311120" y="20550"/>
                  <a:pt x="2500421" y="0"/>
                </a:cubicBezTo>
                <a:cubicBezTo>
                  <a:pt x="2689722" y="-20550"/>
                  <a:pt x="2847591" y="30025"/>
                  <a:pt x="2977219" y="0"/>
                </a:cubicBezTo>
                <a:cubicBezTo>
                  <a:pt x="3106847" y="-30025"/>
                  <a:pt x="3678787" y="100548"/>
                  <a:pt x="3880919" y="0"/>
                </a:cubicBezTo>
                <a:cubicBezTo>
                  <a:pt x="3885208" y="215416"/>
                  <a:pt x="3872184" y="423193"/>
                  <a:pt x="3880919" y="532268"/>
                </a:cubicBezTo>
                <a:cubicBezTo>
                  <a:pt x="3889654" y="641343"/>
                  <a:pt x="3830659" y="815517"/>
                  <a:pt x="3880919" y="1016149"/>
                </a:cubicBezTo>
                <a:cubicBezTo>
                  <a:pt x="3931179" y="1216781"/>
                  <a:pt x="3858088" y="1362963"/>
                  <a:pt x="3880919" y="1475835"/>
                </a:cubicBezTo>
                <a:cubicBezTo>
                  <a:pt x="3903750" y="1588707"/>
                  <a:pt x="3861053" y="1786641"/>
                  <a:pt x="3880919" y="1983910"/>
                </a:cubicBezTo>
                <a:cubicBezTo>
                  <a:pt x="3900785" y="2181179"/>
                  <a:pt x="3880485" y="2294752"/>
                  <a:pt x="3880919" y="2419402"/>
                </a:cubicBezTo>
                <a:cubicBezTo>
                  <a:pt x="3654521" y="2453609"/>
                  <a:pt x="3505424" y="2363162"/>
                  <a:pt x="3365311" y="2419402"/>
                </a:cubicBezTo>
                <a:cubicBezTo>
                  <a:pt x="3225198" y="2475642"/>
                  <a:pt x="2931021" y="2387645"/>
                  <a:pt x="2772085" y="2419402"/>
                </a:cubicBezTo>
                <a:cubicBezTo>
                  <a:pt x="2613149" y="2451159"/>
                  <a:pt x="2464071" y="2395809"/>
                  <a:pt x="2217668" y="2419402"/>
                </a:cubicBezTo>
                <a:cubicBezTo>
                  <a:pt x="1971265" y="2442995"/>
                  <a:pt x="1876025" y="2413585"/>
                  <a:pt x="1585633" y="2419402"/>
                </a:cubicBezTo>
                <a:cubicBezTo>
                  <a:pt x="1295242" y="2425219"/>
                  <a:pt x="1231660" y="2412141"/>
                  <a:pt x="953597" y="2419402"/>
                </a:cubicBezTo>
                <a:cubicBezTo>
                  <a:pt x="675534" y="2426663"/>
                  <a:pt x="686807" y="2379182"/>
                  <a:pt x="515608" y="2419402"/>
                </a:cubicBezTo>
                <a:cubicBezTo>
                  <a:pt x="344409" y="2459622"/>
                  <a:pt x="117076" y="2395926"/>
                  <a:pt x="0" y="2419402"/>
                </a:cubicBezTo>
                <a:cubicBezTo>
                  <a:pt x="-6568" y="2181163"/>
                  <a:pt x="19238" y="2021435"/>
                  <a:pt x="0" y="1887134"/>
                </a:cubicBezTo>
                <a:cubicBezTo>
                  <a:pt x="-19238" y="1752833"/>
                  <a:pt x="34210" y="1582501"/>
                  <a:pt x="0" y="1379059"/>
                </a:cubicBezTo>
                <a:cubicBezTo>
                  <a:pt x="-34210" y="1175617"/>
                  <a:pt x="38491" y="980611"/>
                  <a:pt x="0" y="870985"/>
                </a:cubicBezTo>
                <a:cubicBezTo>
                  <a:pt x="-38491" y="761359"/>
                  <a:pt x="51731" y="30738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626683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ESTADOS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D921E8F-9DAF-20FA-8E65-C0A8C3680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159" y="342628"/>
            <a:ext cx="1562986" cy="1172239"/>
          </a:xfrm>
          <a:prstGeom prst="rect">
            <a:avLst/>
          </a:prstGeom>
        </p:spPr>
      </p:pic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70B571C5-877E-6E6C-7109-03E66C943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89047"/>
              </p:ext>
            </p:extLst>
          </p:nvPr>
        </p:nvGraphicFramePr>
        <p:xfrm>
          <a:off x="6050159" y="3212938"/>
          <a:ext cx="2990209" cy="1775213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693673">
                  <a:extLst>
                    <a:ext uri="{9D8B030D-6E8A-4147-A177-3AD203B41FA5}">
                      <a16:colId xmlns:a16="http://schemas.microsoft.com/office/drawing/2014/main" val="3509447880"/>
                    </a:ext>
                  </a:extLst>
                </a:gridCol>
                <a:gridCol w="2296536">
                  <a:extLst>
                    <a:ext uri="{9D8B030D-6E8A-4147-A177-3AD203B41FA5}">
                      <a16:colId xmlns:a16="http://schemas.microsoft.com/office/drawing/2014/main" val="99701141"/>
                    </a:ext>
                  </a:extLst>
                </a:gridCol>
              </a:tblGrid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Nombre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Descripción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1750311"/>
                  </a:ext>
                </a:extLst>
              </a:tr>
              <a:tr h="2977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Trafico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detecta tráfico en cualquier semáforo (0).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3090762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! Trafico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No se detecta tráfico (1).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7413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X tiempo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Pasó “X” tiempo.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6452721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Y tiempo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Pasó “Y” tiempo.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68357"/>
                  </a:ext>
                </a:extLst>
              </a:tr>
              <a:tr h="2977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RL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registran los cambios de estado en el Log.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51918"/>
                  </a:ext>
                </a:extLst>
              </a:tr>
              <a:tr h="137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900" b="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Z tiempo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900" b="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Pasó “Z” tiempo.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5836128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Trafico1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detecta tráfico en el semáforo 1.</a:t>
                      </a:r>
                      <a:endParaRPr lang="es-PE" sz="900" b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501145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Trafico2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900" b="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 detecta trafico en el semáforo 2.</a:t>
                      </a:r>
                      <a:endParaRPr lang="es-PE" sz="900" b="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632421"/>
                  </a:ext>
                </a:extLst>
              </a:tr>
              <a:tr h="148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900" b="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Botón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900" b="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Se ha presionado el botón.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9219443"/>
                  </a:ext>
                </a:extLst>
              </a:tr>
            </a:tbl>
          </a:graphicData>
        </a:graphic>
      </p:graphicFrame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C7C1C61F-282E-862B-55FC-645463A2E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92240"/>
              </p:ext>
            </p:extLst>
          </p:nvPr>
        </p:nvGraphicFramePr>
        <p:xfrm>
          <a:off x="6328857" y="1659458"/>
          <a:ext cx="2568575" cy="1386840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664845">
                  <a:extLst>
                    <a:ext uri="{9D8B030D-6E8A-4147-A177-3AD203B41FA5}">
                      <a16:colId xmlns:a16="http://schemas.microsoft.com/office/drawing/2014/main" val="2176144878"/>
                    </a:ext>
                  </a:extLst>
                </a:gridCol>
                <a:gridCol w="1042670">
                  <a:extLst>
                    <a:ext uri="{9D8B030D-6E8A-4147-A177-3AD203B41FA5}">
                      <a16:colId xmlns:a16="http://schemas.microsoft.com/office/drawing/2014/main" val="137616638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4069978244"/>
                    </a:ext>
                  </a:extLst>
                </a:gridCol>
              </a:tblGrid>
              <a:tr h="118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Nombre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Semáforo 1 (S1)</a:t>
                      </a:r>
                      <a:endParaRPr lang="es-PE" sz="110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Semáforo 2 (S2)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2637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E1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Verde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7194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E2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9945786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E3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Verde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449793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E4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Rojo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99504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EN</a:t>
                      </a:r>
                      <a:endParaRPr lang="es-PE" sz="110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dirty="0">
                          <a:effectLst/>
                          <a:latin typeface="Golos Text ExtraBold" panose="020B0604020202020204" charset="0"/>
                          <a:cs typeface="Golos Text ExtraBold" panose="020B0604020202020204" charset="0"/>
                        </a:rPr>
                        <a:t>Amarillo</a:t>
                      </a:r>
                      <a:endParaRPr lang="es-PE" sz="1100" dirty="0">
                        <a:effectLst/>
                        <a:latin typeface="Golos Text ExtraBold" panose="020B0604020202020204" charset="0"/>
                        <a:ea typeface="Arial" panose="020B0604020202020204" pitchFamily="34" charset="0"/>
                        <a:cs typeface="Golos Text ExtraBold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2188208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10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E5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10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Rojo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PE" sz="1100" dirty="0">
                          <a:effectLst/>
                          <a:latin typeface="Golos Text ExtraBold" panose="020B0604020202020204" charset="0"/>
                          <a:ea typeface="Arial" panose="020B0604020202020204" pitchFamily="34" charset="0"/>
                          <a:cs typeface="Golos Text ExtraBold" panose="020B0604020202020204" charset="0"/>
                        </a:rPr>
                        <a:t>Rojo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7885728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C03591A-FE19-E8D5-0062-4ED4FF2E5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17" y="1024772"/>
            <a:ext cx="5177319" cy="3414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6;p29">
            <a:extLst>
              <a:ext uri="{FF2B5EF4-FFF2-40B4-BE49-F238E27FC236}">
                <a16:creationId xmlns:a16="http://schemas.microsoft.com/office/drawing/2014/main" id="{4D23A9A8-AC4C-D9F6-F315-6BAA9AF53050}"/>
              </a:ext>
            </a:extLst>
          </p:cNvPr>
          <p:cNvSpPr txBox="1">
            <a:spLocks/>
          </p:cNvSpPr>
          <p:nvPr/>
        </p:nvSpPr>
        <p:spPr>
          <a:xfrm>
            <a:off x="2971381" y="2099840"/>
            <a:ext cx="3201237" cy="9438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4400" dirty="0">
                <a:solidFill>
                  <a:schemeClr val="dk1"/>
                </a:solidFill>
                <a:highlight>
                  <a:srgbClr val="00FFFF"/>
                </a:highlight>
                <a:latin typeface="Golos Text ExtraBold" panose="020B0604020202020204" charset="0"/>
                <a:cs typeface="Golos Text ExtraBold" panose="020B0604020202020204" charset="0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Engineer Portfolio by Slidesgo">
  <a:themeElements>
    <a:clrScheme name="Simple Light">
      <a:dk1>
        <a:srgbClr val="070E49"/>
      </a:dk1>
      <a:lt1>
        <a:srgbClr val="FFFFFF"/>
      </a:lt1>
      <a:dk2>
        <a:srgbClr val="DED7FF"/>
      </a:dk2>
      <a:lt2>
        <a:srgbClr val="B19CFE"/>
      </a:lt2>
      <a:accent1>
        <a:srgbClr val="542FD0"/>
      </a:accent1>
      <a:accent2>
        <a:srgbClr val="F61B93"/>
      </a:accent2>
      <a:accent3>
        <a:srgbClr val="FFC655"/>
      </a:accent3>
      <a:accent4>
        <a:srgbClr val="FFFFFF"/>
      </a:accent4>
      <a:accent5>
        <a:srgbClr val="FFFFFF"/>
      </a:accent5>
      <a:accent6>
        <a:srgbClr val="FFFFFF"/>
      </a:accent6>
      <a:hlink>
        <a:srgbClr val="070E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232</Words>
  <Application>Microsoft Office PowerPoint</Application>
  <PresentationFormat>Presentación en pantalla (16:9)</PresentationFormat>
  <Paragraphs>64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Golos Text ExtraBold</vt:lpstr>
      <vt:lpstr>Palanquin Dark</vt:lpstr>
      <vt:lpstr>Arial</vt:lpstr>
      <vt:lpstr>DM Sans</vt:lpstr>
      <vt:lpstr>Proxima Nova</vt:lpstr>
      <vt:lpstr>Software Engineer Portfolio by Slidesgo</vt:lpstr>
      <vt:lpstr>Slidesgo Final Pages</vt:lpstr>
      <vt:lpstr>SIMULADOR DE SISTEMA DE SEMAFOROS INTELIGENTE</vt:lpstr>
      <vt:lpstr>REQUERIMIENTOS DE FIRMWARE</vt:lpstr>
      <vt:lpstr>CASOS DE USO</vt:lpstr>
      <vt:lpstr>DIAGRAMA DE ESTADOS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MetByEnt</dc:creator>
  <cp:lastModifiedBy>CRISTIAN</cp:lastModifiedBy>
  <cp:revision>3</cp:revision>
  <dcterms:modified xsi:type="dcterms:W3CDTF">2026-05-18T22:35:12Z</dcterms:modified>
</cp:coreProperties>
</file>